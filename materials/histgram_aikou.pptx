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9" r:id="rId1"/>
  </p:sldMasterIdLst>
  <p:notesMasterIdLst>
    <p:notesMasterId r:id="rId10"/>
  </p:notesMasterIdLst>
  <p:handoutMasterIdLst>
    <p:handoutMasterId r:id="rId11"/>
  </p:handoutMasterIdLst>
  <p:sldIdLst>
    <p:sldId id="4050" r:id="rId2"/>
    <p:sldId id="4049" r:id="rId3"/>
    <p:sldId id="4052" r:id="rId4"/>
    <p:sldId id="4053" r:id="rId5"/>
    <p:sldId id="4056" r:id="rId6"/>
    <p:sldId id="4055" r:id="rId7"/>
    <p:sldId id="4054" r:id="rId8"/>
    <p:sldId id="266" r:id="rId9"/>
  </p:sldIdLst>
  <p:sldSz cx="9144000" cy="6858000" type="screen4x3"/>
  <p:notesSz cx="6854825" cy="9985375"/>
  <p:defaultTextStyle>
    <a:defPPr>
      <a:defRPr lang="ja-JP"/>
    </a:defPPr>
    <a:lvl1pPr algn="l" rtl="0" eaLnBrk="0" fontAlgn="base" hangingPunct="0">
      <a:spcBef>
        <a:spcPct val="0"/>
      </a:spcBef>
      <a:spcAft>
        <a:spcPct val="0"/>
      </a:spcAft>
      <a:defRPr b="1"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b="1"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b="1"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b="1"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b="1" kern="1200">
        <a:solidFill>
          <a:schemeClr val="tx1"/>
        </a:solidFill>
        <a:latin typeface="Arial" charset="0"/>
        <a:ea typeface="ＭＳ Ｐゴシック" pitchFamily="50" charset="-128"/>
        <a:cs typeface="+mn-cs"/>
      </a:defRPr>
    </a:lvl5pPr>
    <a:lvl6pPr marL="2286000" algn="l" defTabSz="914400" rtl="0" eaLnBrk="1" latinLnBrk="0" hangingPunct="1">
      <a:defRPr b="1" kern="1200">
        <a:solidFill>
          <a:schemeClr val="tx1"/>
        </a:solidFill>
        <a:latin typeface="Arial" charset="0"/>
        <a:ea typeface="ＭＳ Ｐゴシック" pitchFamily="50" charset="-128"/>
        <a:cs typeface="+mn-cs"/>
      </a:defRPr>
    </a:lvl6pPr>
    <a:lvl7pPr marL="2743200" algn="l" defTabSz="914400" rtl="0" eaLnBrk="1" latinLnBrk="0" hangingPunct="1">
      <a:defRPr b="1" kern="1200">
        <a:solidFill>
          <a:schemeClr val="tx1"/>
        </a:solidFill>
        <a:latin typeface="Arial" charset="0"/>
        <a:ea typeface="ＭＳ Ｐゴシック" pitchFamily="50" charset="-128"/>
        <a:cs typeface="+mn-cs"/>
      </a:defRPr>
    </a:lvl7pPr>
    <a:lvl8pPr marL="3200400" algn="l" defTabSz="914400" rtl="0" eaLnBrk="1" latinLnBrk="0" hangingPunct="1">
      <a:defRPr b="1" kern="1200">
        <a:solidFill>
          <a:schemeClr val="tx1"/>
        </a:solidFill>
        <a:latin typeface="Arial" charset="0"/>
        <a:ea typeface="ＭＳ Ｐゴシック" pitchFamily="50" charset="-128"/>
        <a:cs typeface="+mn-cs"/>
      </a:defRPr>
    </a:lvl8pPr>
    <a:lvl9pPr marL="3657600" algn="l" defTabSz="914400" rtl="0" eaLnBrk="1" latinLnBrk="0" hangingPunct="1">
      <a:defRPr b="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44" userDrawn="1">
          <p15:clr>
            <a:srgbClr val="A4A3A4"/>
          </p15:clr>
        </p15:guide>
        <p15:guide id="2" pos="215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a" initials="m" lastIdx="1" clrIdx="0">
    <p:extLst>
      <p:ext uri="{19B8F6BF-5375-455C-9EA6-DF929625EA0E}">
        <p15:presenceInfo xmlns:p15="http://schemas.microsoft.com/office/powerpoint/2012/main" userId="ma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D9F"/>
    <a:srgbClr val="0432FF"/>
    <a:srgbClr val="FF0066"/>
    <a:srgbClr val="FF2DB9"/>
    <a:srgbClr val="FF66CC"/>
    <a:srgbClr val="FF66FF"/>
    <a:srgbClr val="FF71FF"/>
    <a:srgbClr val="F977EA"/>
    <a:srgbClr val="FF85FF"/>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59" autoAdjust="0"/>
    <p:restoredTop sz="96429" autoAdjust="0"/>
  </p:normalViewPr>
  <p:slideViewPr>
    <p:cSldViewPr snapToGrid="0">
      <p:cViewPr varScale="1">
        <p:scale>
          <a:sx n="60" d="100"/>
          <a:sy n="60" d="100"/>
        </p:scale>
        <p:origin x="170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82" d="100"/>
          <a:sy n="82" d="100"/>
        </p:scale>
        <p:origin x="-3294" y="-96"/>
      </p:cViewPr>
      <p:guideLst>
        <p:guide orient="horz" pos="3144"/>
        <p:guide pos="2158"/>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1666" name="Rectangle 2"/>
          <p:cNvSpPr>
            <a:spLocks noGrp="1" noChangeArrowheads="1"/>
          </p:cNvSpPr>
          <p:nvPr>
            <p:ph type="hdr" sz="quarter"/>
          </p:nvPr>
        </p:nvSpPr>
        <p:spPr bwMode="auto">
          <a:xfrm>
            <a:off x="2" y="1"/>
            <a:ext cx="2970424" cy="498871"/>
          </a:xfrm>
          <a:prstGeom prst="rect">
            <a:avLst/>
          </a:prstGeom>
          <a:noFill/>
          <a:ln w="9525">
            <a:noFill/>
            <a:miter lim="800000"/>
            <a:headEnd/>
            <a:tailEnd/>
          </a:ln>
          <a:effectLst/>
        </p:spPr>
        <p:txBody>
          <a:bodyPr vert="horz" wrap="square" lIns="91619" tIns="45809" rIns="91619" bIns="45809" numCol="1" anchor="t" anchorCtr="0" compatLnSpc="1">
            <a:prstTxWarp prst="textNoShape">
              <a:avLst/>
            </a:prstTxWarp>
          </a:bodyPr>
          <a:lstStyle>
            <a:lvl1pPr eaLnBrk="1" hangingPunct="1">
              <a:defRPr kumimoji="1" sz="1200" b="0"/>
            </a:lvl1pPr>
          </a:lstStyle>
          <a:p>
            <a:endParaRPr lang="en-US" altLang="ja-JP"/>
          </a:p>
        </p:txBody>
      </p:sp>
      <p:sp>
        <p:nvSpPr>
          <p:cNvPr id="881667" name="Rectangle 3"/>
          <p:cNvSpPr>
            <a:spLocks noGrp="1" noChangeArrowheads="1"/>
          </p:cNvSpPr>
          <p:nvPr>
            <p:ph type="dt" sz="quarter" idx="1"/>
          </p:nvPr>
        </p:nvSpPr>
        <p:spPr bwMode="auto">
          <a:xfrm>
            <a:off x="3882815" y="1"/>
            <a:ext cx="2970424" cy="498871"/>
          </a:xfrm>
          <a:prstGeom prst="rect">
            <a:avLst/>
          </a:prstGeom>
          <a:noFill/>
          <a:ln w="9525">
            <a:noFill/>
            <a:miter lim="800000"/>
            <a:headEnd/>
            <a:tailEnd/>
          </a:ln>
          <a:effectLst/>
        </p:spPr>
        <p:txBody>
          <a:bodyPr vert="horz" wrap="square" lIns="91619" tIns="45809" rIns="91619" bIns="45809" numCol="1" anchor="t" anchorCtr="0" compatLnSpc="1">
            <a:prstTxWarp prst="textNoShape">
              <a:avLst/>
            </a:prstTxWarp>
          </a:bodyPr>
          <a:lstStyle>
            <a:lvl1pPr algn="r" eaLnBrk="1" hangingPunct="1">
              <a:defRPr kumimoji="1" sz="1200" b="0"/>
            </a:lvl1pPr>
          </a:lstStyle>
          <a:p>
            <a:endParaRPr lang="en-US" altLang="ja-JP"/>
          </a:p>
        </p:txBody>
      </p:sp>
      <p:sp>
        <p:nvSpPr>
          <p:cNvPr id="881668" name="Rectangle 4"/>
          <p:cNvSpPr>
            <a:spLocks noGrp="1" noChangeArrowheads="1"/>
          </p:cNvSpPr>
          <p:nvPr>
            <p:ph type="ftr" sz="quarter" idx="2"/>
          </p:nvPr>
        </p:nvSpPr>
        <p:spPr bwMode="auto">
          <a:xfrm>
            <a:off x="2" y="9484912"/>
            <a:ext cx="2970424" cy="498870"/>
          </a:xfrm>
          <a:prstGeom prst="rect">
            <a:avLst/>
          </a:prstGeom>
          <a:noFill/>
          <a:ln w="9525">
            <a:noFill/>
            <a:miter lim="800000"/>
            <a:headEnd/>
            <a:tailEnd/>
          </a:ln>
          <a:effectLst/>
        </p:spPr>
        <p:txBody>
          <a:bodyPr vert="horz" wrap="square" lIns="91619" tIns="45809" rIns="91619" bIns="45809" numCol="1" anchor="b" anchorCtr="0" compatLnSpc="1">
            <a:prstTxWarp prst="textNoShape">
              <a:avLst/>
            </a:prstTxWarp>
          </a:bodyPr>
          <a:lstStyle>
            <a:lvl1pPr eaLnBrk="1" hangingPunct="1">
              <a:defRPr kumimoji="1" sz="1200" b="0"/>
            </a:lvl1pPr>
          </a:lstStyle>
          <a:p>
            <a:endParaRPr lang="en-US" altLang="ja-JP"/>
          </a:p>
        </p:txBody>
      </p:sp>
      <p:sp>
        <p:nvSpPr>
          <p:cNvPr id="881669" name="Rectangle 5"/>
          <p:cNvSpPr>
            <a:spLocks noGrp="1" noChangeArrowheads="1"/>
          </p:cNvSpPr>
          <p:nvPr>
            <p:ph type="sldNum" sz="quarter" idx="3"/>
          </p:nvPr>
        </p:nvSpPr>
        <p:spPr bwMode="auto">
          <a:xfrm>
            <a:off x="3882815" y="9484912"/>
            <a:ext cx="2970424" cy="498870"/>
          </a:xfrm>
          <a:prstGeom prst="rect">
            <a:avLst/>
          </a:prstGeom>
          <a:noFill/>
          <a:ln w="9525">
            <a:noFill/>
            <a:miter lim="800000"/>
            <a:headEnd/>
            <a:tailEnd/>
          </a:ln>
          <a:effectLst/>
        </p:spPr>
        <p:txBody>
          <a:bodyPr vert="horz" wrap="square" lIns="91619" tIns="45809" rIns="91619" bIns="45809" numCol="1" anchor="b" anchorCtr="0" compatLnSpc="1">
            <a:prstTxWarp prst="textNoShape">
              <a:avLst/>
            </a:prstTxWarp>
          </a:bodyPr>
          <a:lstStyle>
            <a:lvl1pPr algn="r" eaLnBrk="1" hangingPunct="1">
              <a:defRPr kumimoji="1" sz="1200" b="0"/>
            </a:lvl1pPr>
          </a:lstStyle>
          <a:p>
            <a:fld id="{CB30EEAC-07E0-444E-8973-CE6B3EB0CDA4}" type="slidenum">
              <a:rPr lang="en-US" altLang="ja-JP"/>
              <a:pPr/>
              <a:t>‹#›</a:t>
            </a:fld>
            <a:endParaRPr lang="en-US" altLang="ja-JP"/>
          </a:p>
        </p:txBody>
      </p:sp>
    </p:spTree>
    <p:extLst>
      <p:ext uri="{BB962C8B-B14F-4D97-AF65-F5344CB8AC3E}">
        <p14:creationId xmlns:p14="http://schemas.microsoft.com/office/powerpoint/2010/main" val="1458303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482" name="Rectangle 2"/>
          <p:cNvSpPr>
            <a:spLocks noGrp="1" noChangeArrowheads="1"/>
          </p:cNvSpPr>
          <p:nvPr>
            <p:ph type="hdr" sz="quarter"/>
          </p:nvPr>
        </p:nvSpPr>
        <p:spPr bwMode="auto">
          <a:xfrm>
            <a:off x="2" y="1"/>
            <a:ext cx="2970424" cy="498871"/>
          </a:xfrm>
          <a:prstGeom prst="rect">
            <a:avLst/>
          </a:prstGeom>
          <a:noFill/>
          <a:ln w="9525">
            <a:noFill/>
            <a:miter lim="800000"/>
            <a:headEnd/>
            <a:tailEnd/>
          </a:ln>
          <a:effectLst/>
        </p:spPr>
        <p:txBody>
          <a:bodyPr vert="horz" wrap="square" lIns="91619" tIns="45809" rIns="91619" bIns="45809" numCol="1" anchor="t" anchorCtr="0" compatLnSpc="1">
            <a:prstTxWarp prst="textNoShape">
              <a:avLst/>
            </a:prstTxWarp>
          </a:bodyPr>
          <a:lstStyle>
            <a:lvl1pPr eaLnBrk="1" hangingPunct="1">
              <a:defRPr kumimoji="1" sz="1200" b="0"/>
            </a:lvl1pPr>
          </a:lstStyle>
          <a:p>
            <a:endParaRPr lang="en-US" altLang="ja-JP"/>
          </a:p>
        </p:txBody>
      </p:sp>
      <p:sp>
        <p:nvSpPr>
          <p:cNvPr id="276483" name="Rectangle 3"/>
          <p:cNvSpPr>
            <a:spLocks noGrp="1" noChangeArrowheads="1"/>
          </p:cNvSpPr>
          <p:nvPr>
            <p:ph type="dt" idx="1"/>
          </p:nvPr>
        </p:nvSpPr>
        <p:spPr bwMode="auto">
          <a:xfrm>
            <a:off x="3882815" y="1"/>
            <a:ext cx="2970424" cy="498871"/>
          </a:xfrm>
          <a:prstGeom prst="rect">
            <a:avLst/>
          </a:prstGeom>
          <a:noFill/>
          <a:ln w="9525">
            <a:noFill/>
            <a:miter lim="800000"/>
            <a:headEnd/>
            <a:tailEnd/>
          </a:ln>
          <a:effectLst/>
        </p:spPr>
        <p:txBody>
          <a:bodyPr vert="horz" wrap="square" lIns="91619" tIns="45809" rIns="91619" bIns="45809" numCol="1" anchor="t" anchorCtr="0" compatLnSpc="1">
            <a:prstTxWarp prst="textNoShape">
              <a:avLst/>
            </a:prstTxWarp>
          </a:bodyPr>
          <a:lstStyle>
            <a:lvl1pPr algn="r" eaLnBrk="1" hangingPunct="1">
              <a:defRPr kumimoji="1" sz="1200" b="0"/>
            </a:lvl1pPr>
          </a:lstStyle>
          <a:p>
            <a:endParaRPr lang="en-US" altLang="ja-JP"/>
          </a:p>
        </p:txBody>
      </p:sp>
      <p:sp>
        <p:nvSpPr>
          <p:cNvPr id="276484" name="Rectangle 4"/>
          <p:cNvSpPr>
            <a:spLocks noGrp="1" noRot="1" noChangeAspect="1" noChangeArrowheads="1" noTextEdit="1"/>
          </p:cNvSpPr>
          <p:nvPr>
            <p:ph type="sldImg" idx="2"/>
          </p:nvPr>
        </p:nvSpPr>
        <p:spPr bwMode="auto">
          <a:xfrm>
            <a:off x="931863" y="749300"/>
            <a:ext cx="4991100" cy="3743325"/>
          </a:xfrm>
          <a:prstGeom prst="rect">
            <a:avLst/>
          </a:prstGeom>
          <a:noFill/>
          <a:ln w="9525">
            <a:solidFill>
              <a:srgbClr val="000000"/>
            </a:solidFill>
            <a:miter lim="800000"/>
            <a:headEnd/>
            <a:tailEnd/>
          </a:ln>
          <a:effectLst/>
        </p:spPr>
      </p:sp>
      <p:sp>
        <p:nvSpPr>
          <p:cNvPr id="276485" name="Rectangle 5"/>
          <p:cNvSpPr>
            <a:spLocks noGrp="1" noChangeArrowheads="1"/>
          </p:cNvSpPr>
          <p:nvPr>
            <p:ph type="body" sz="quarter" idx="3"/>
          </p:nvPr>
        </p:nvSpPr>
        <p:spPr bwMode="auto">
          <a:xfrm>
            <a:off x="685483" y="4743253"/>
            <a:ext cx="5483860" cy="4493021"/>
          </a:xfrm>
          <a:prstGeom prst="rect">
            <a:avLst/>
          </a:prstGeom>
          <a:noFill/>
          <a:ln w="9525">
            <a:noFill/>
            <a:miter lim="800000"/>
            <a:headEnd/>
            <a:tailEnd/>
          </a:ln>
          <a:effectLst/>
        </p:spPr>
        <p:txBody>
          <a:bodyPr vert="horz" wrap="square" lIns="91619" tIns="45809" rIns="91619" bIns="45809"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76486" name="Rectangle 6"/>
          <p:cNvSpPr>
            <a:spLocks noGrp="1" noChangeArrowheads="1"/>
          </p:cNvSpPr>
          <p:nvPr>
            <p:ph type="ftr" sz="quarter" idx="4"/>
          </p:nvPr>
        </p:nvSpPr>
        <p:spPr bwMode="auto">
          <a:xfrm>
            <a:off x="2" y="9484912"/>
            <a:ext cx="2970424" cy="498870"/>
          </a:xfrm>
          <a:prstGeom prst="rect">
            <a:avLst/>
          </a:prstGeom>
          <a:noFill/>
          <a:ln w="9525">
            <a:noFill/>
            <a:miter lim="800000"/>
            <a:headEnd/>
            <a:tailEnd/>
          </a:ln>
          <a:effectLst/>
        </p:spPr>
        <p:txBody>
          <a:bodyPr vert="horz" wrap="square" lIns="91619" tIns="45809" rIns="91619" bIns="45809" numCol="1" anchor="b" anchorCtr="0" compatLnSpc="1">
            <a:prstTxWarp prst="textNoShape">
              <a:avLst/>
            </a:prstTxWarp>
          </a:bodyPr>
          <a:lstStyle>
            <a:lvl1pPr eaLnBrk="1" hangingPunct="1">
              <a:defRPr kumimoji="1" sz="1200" b="0"/>
            </a:lvl1pPr>
          </a:lstStyle>
          <a:p>
            <a:endParaRPr lang="en-US" altLang="ja-JP"/>
          </a:p>
        </p:txBody>
      </p:sp>
      <p:sp>
        <p:nvSpPr>
          <p:cNvPr id="276487" name="Rectangle 7"/>
          <p:cNvSpPr>
            <a:spLocks noGrp="1" noChangeArrowheads="1"/>
          </p:cNvSpPr>
          <p:nvPr>
            <p:ph type="sldNum" sz="quarter" idx="5"/>
          </p:nvPr>
        </p:nvSpPr>
        <p:spPr bwMode="auto">
          <a:xfrm>
            <a:off x="3882815" y="9484912"/>
            <a:ext cx="2970424" cy="498870"/>
          </a:xfrm>
          <a:prstGeom prst="rect">
            <a:avLst/>
          </a:prstGeom>
          <a:noFill/>
          <a:ln w="9525">
            <a:noFill/>
            <a:miter lim="800000"/>
            <a:headEnd/>
            <a:tailEnd/>
          </a:ln>
          <a:effectLst/>
        </p:spPr>
        <p:txBody>
          <a:bodyPr vert="horz" wrap="square" lIns="91619" tIns="45809" rIns="91619" bIns="45809" numCol="1" anchor="b" anchorCtr="0" compatLnSpc="1">
            <a:prstTxWarp prst="textNoShape">
              <a:avLst/>
            </a:prstTxWarp>
          </a:bodyPr>
          <a:lstStyle>
            <a:lvl1pPr algn="r" eaLnBrk="1" hangingPunct="1">
              <a:defRPr kumimoji="1" sz="1200" b="0"/>
            </a:lvl1pPr>
          </a:lstStyle>
          <a:p>
            <a:fld id="{E7C8723E-BB37-4D8B-BEA7-17642C3C7752}" type="slidenum">
              <a:rPr lang="en-US" altLang="ja-JP"/>
              <a:pPr/>
              <a:t>‹#›</a:t>
            </a:fld>
            <a:endParaRPr lang="en-US" altLang="ja-JP"/>
          </a:p>
        </p:txBody>
      </p:sp>
    </p:spTree>
    <p:extLst>
      <p:ext uri="{BB962C8B-B14F-4D97-AF65-F5344CB8AC3E}">
        <p14:creationId xmlns:p14="http://schemas.microsoft.com/office/powerpoint/2010/main" val="190463556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以上で発表を終わります．</a:t>
            </a:r>
            <a:endParaRPr kumimoji="1" lang="en-US" altLang="ja-JP" dirty="0"/>
          </a:p>
          <a:p>
            <a:r>
              <a:rPr kumimoji="1" lang="ja-JP" altLang="en-US" dirty="0"/>
              <a:t>ご清聴，ありがとうございました．</a:t>
            </a:r>
            <a:r>
              <a:rPr kumimoji="1" lang="en-US" altLang="ja-JP" dirty="0"/>
              <a:t>【ESC</a:t>
            </a:r>
            <a:r>
              <a:rPr kumimoji="1" lang="ja-JP" altLang="en-US" dirty="0"/>
              <a:t>キー</a:t>
            </a:r>
            <a:r>
              <a:rPr kumimoji="1" lang="en-US" altLang="ja-JP" dirty="0"/>
              <a:t>】</a:t>
            </a:r>
          </a:p>
          <a:p>
            <a:r>
              <a:rPr kumimoji="1" lang="en-US" altLang="ja-JP" dirty="0"/>
              <a:t>(5</a:t>
            </a:r>
            <a:r>
              <a:rPr kumimoji="1" lang="ja-JP" altLang="en-US" dirty="0"/>
              <a:t>秒</a:t>
            </a:r>
            <a:r>
              <a:rPr kumimoji="1" lang="en-US" altLang="ja-JP" dirty="0"/>
              <a:t>)</a:t>
            </a:r>
          </a:p>
          <a:p>
            <a:endParaRPr kumimoji="1" lang="en-US" altLang="ja-JP" dirty="0"/>
          </a:p>
          <a:p>
            <a:r>
              <a:rPr kumimoji="1" lang="ja-JP" altLang="en-US" dirty="0"/>
              <a:t>発表時間</a:t>
            </a:r>
            <a:r>
              <a:rPr kumimoji="1" lang="en-US" altLang="ja-JP" dirty="0"/>
              <a:t>(</a:t>
            </a:r>
            <a:r>
              <a:rPr kumimoji="1" lang="ja-JP" altLang="en-US" dirty="0"/>
              <a:t>約</a:t>
            </a:r>
            <a:r>
              <a:rPr kumimoji="1" lang="en-US" altLang="ja-JP" dirty="0"/>
              <a:t>285</a:t>
            </a:r>
            <a:r>
              <a:rPr kumimoji="1" lang="ja-JP" altLang="en-US" dirty="0"/>
              <a:t>秒</a:t>
            </a:r>
            <a:r>
              <a:rPr kumimoji="1" lang="en-US" altLang="ja-JP" dirty="0"/>
              <a:t>)</a:t>
            </a:r>
          </a:p>
          <a:p>
            <a:r>
              <a:rPr kumimoji="1" lang="ja-JP" altLang="en-US" dirty="0"/>
              <a:t>デモ動画 </a:t>
            </a:r>
            <a:r>
              <a:rPr kumimoji="1" lang="en-US" altLang="ja-JP" dirty="0"/>
              <a:t>(</a:t>
            </a:r>
            <a:r>
              <a:rPr kumimoji="1" lang="ja-JP" altLang="en-US" dirty="0"/>
              <a:t>約</a:t>
            </a:r>
            <a:r>
              <a:rPr kumimoji="1" lang="en-US" altLang="ja-JP" dirty="0"/>
              <a:t>130</a:t>
            </a:r>
            <a:r>
              <a:rPr kumimoji="1" lang="ja-JP" altLang="en-US" dirty="0"/>
              <a:t>秒</a:t>
            </a:r>
            <a:r>
              <a:rPr kumimoji="1" lang="en-US" altLang="ja-JP" dirty="0"/>
              <a:t>)</a:t>
            </a:r>
          </a:p>
          <a:p>
            <a:endParaRPr kumimoji="1" lang="en-US" altLang="ja-JP" dirty="0"/>
          </a:p>
          <a:p>
            <a:r>
              <a:rPr kumimoji="1" lang="en-US" altLang="ja-JP" dirty="0"/>
              <a:t>(</a:t>
            </a:r>
            <a:r>
              <a:rPr kumimoji="1" lang="ja-JP" altLang="en-US" dirty="0"/>
              <a:t>合計時間</a:t>
            </a:r>
            <a:r>
              <a:rPr kumimoji="1" lang="en-US" altLang="ja-JP" dirty="0"/>
              <a:t>415</a:t>
            </a:r>
            <a:r>
              <a:rPr kumimoji="1" lang="ja-JP" altLang="en-US" dirty="0"/>
              <a:t>秒</a:t>
            </a:r>
            <a:r>
              <a:rPr kumimoji="1" lang="en-US" altLang="ja-JP" dirty="0"/>
              <a:t>)</a:t>
            </a:r>
          </a:p>
        </p:txBody>
      </p:sp>
      <p:sp>
        <p:nvSpPr>
          <p:cNvPr id="4" name="スライド番号プレースホルダー 3"/>
          <p:cNvSpPr>
            <a:spLocks noGrp="1"/>
          </p:cNvSpPr>
          <p:nvPr>
            <p:ph type="sldNum" sz="quarter" idx="5"/>
          </p:nvPr>
        </p:nvSpPr>
        <p:spPr/>
        <p:txBody>
          <a:bodyPr/>
          <a:lstStyle/>
          <a:p>
            <a:pPr marL="0" marR="0" lvl="0" indent="0" algn="r" defTabSz="918023" rtl="0" eaLnBrk="0" fontAlgn="base" latinLnBrk="0" hangingPunct="0">
              <a:lnSpc>
                <a:spcPct val="100000"/>
              </a:lnSpc>
              <a:spcBef>
                <a:spcPct val="0"/>
              </a:spcBef>
              <a:spcAft>
                <a:spcPct val="0"/>
              </a:spcAft>
              <a:buClrTx/>
              <a:buSzTx/>
              <a:buFontTx/>
              <a:buNone/>
              <a:tabLst/>
              <a:defRPr/>
            </a:pPr>
            <a:fld id="{3D1A6CB0-A602-43B8-A87A-100AD7F33BD3}" type="slidenum">
              <a:rPr kumimoji="1" lang="ja-JP" altLang="en-US" sz="1200" b="1" i="0" u="none" strike="noStrike" kern="1200" cap="none" spc="0" normalizeH="0" baseline="0" noProof="0">
                <a:ln>
                  <a:noFill/>
                </a:ln>
                <a:solidFill>
                  <a:prstClr val="black"/>
                </a:solidFill>
                <a:effectLst/>
                <a:uLnTx/>
                <a:uFillTx/>
                <a:latin typeface="Arial" charset="0"/>
                <a:ea typeface="ＭＳ Ｐゴシック" pitchFamily="50" charset="-128"/>
                <a:cs typeface="+mn-cs"/>
              </a:rPr>
              <a:pPr marL="0" marR="0" lvl="0" indent="0" algn="r" defTabSz="918023" rtl="0" eaLnBrk="0" fontAlgn="base" latinLnBrk="0" hangingPunct="0">
                <a:lnSpc>
                  <a:spcPct val="100000"/>
                </a:lnSpc>
                <a:spcBef>
                  <a:spcPct val="0"/>
                </a:spcBef>
                <a:spcAft>
                  <a:spcPct val="0"/>
                </a:spcAft>
                <a:buClrTx/>
                <a:buSzTx/>
                <a:buFontTx/>
                <a:buNone/>
                <a:tabLst/>
                <a:defRPr/>
              </a:pPr>
              <a:t>8</a:t>
            </a:fld>
            <a:endParaRPr kumimoji="1" lang="ja-JP" altLang="en-US" sz="1200" b="1"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2303931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95949" name="Rectangle 13"/>
          <p:cNvSpPr>
            <a:spLocks noGrp="1" noChangeArrowheads="1"/>
          </p:cNvSpPr>
          <p:nvPr>
            <p:ph type="ctrTitle" hasCustomPrompt="1"/>
          </p:nvPr>
        </p:nvSpPr>
        <p:spPr>
          <a:xfrm>
            <a:off x="692888" y="1047304"/>
            <a:ext cx="7772400" cy="1371600"/>
          </a:xfrm>
          <a:prstGeom prst="rect">
            <a:avLst/>
          </a:prstGeom>
        </p:spPr>
        <p:txBody>
          <a:bodyPr vert="horz" lIns="90000" anchor="b" anchorCtr="0">
            <a:noAutofit/>
          </a:bodyPr>
          <a:lstStyle>
            <a:lvl1pPr algn="l">
              <a:defRPr sz="2700" b="1">
                <a:latin typeface="Trebuchet MS" panose="020B0603020202020204" pitchFamily="34" charset="0"/>
                <a:ea typeface="メイリオ" panose="020B0604030504040204" pitchFamily="50" charset="-128"/>
                <a:cs typeface="Lucida Sans Unicode" pitchFamily="34" charset="0"/>
              </a:defRPr>
            </a:lvl1pPr>
          </a:lstStyle>
          <a:p>
            <a:r>
              <a:rPr lang="ja-JP" altLang="en-US" dirty="0"/>
              <a:t>マスタ タイトルの書式設定</a:t>
            </a:r>
          </a:p>
        </p:txBody>
      </p:sp>
      <p:sp>
        <p:nvSpPr>
          <p:cNvPr id="295950" name="Rectangle 14"/>
          <p:cNvSpPr>
            <a:spLocks noGrp="1" noChangeArrowheads="1"/>
          </p:cNvSpPr>
          <p:nvPr>
            <p:ph type="subTitle" idx="1"/>
          </p:nvPr>
        </p:nvSpPr>
        <p:spPr>
          <a:xfrm>
            <a:off x="1062774" y="4017195"/>
            <a:ext cx="7010400" cy="1600200"/>
          </a:xfrm>
        </p:spPr>
        <p:txBody>
          <a:bodyPr lIns="0"/>
          <a:lstStyle>
            <a:lvl1pPr marL="0" indent="0" algn="ctr">
              <a:buFont typeface="Wingdings" pitchFamily="2" charset="2"/>
              <a:buNone/>
              <a:defRPr sz="2300">
                <a:latin typeface="Trebuchet MS" panose="020B0603020202020204" pitchFamily="34" charset="0"/>
                <a:ea typeface="メイリオ" panose="020B0604030504040204" pitchFamily="50" charset="-128"/>
                <a:cs typeface="Lucida Sans Unicode" pitchFamily="34" charset="0"/>
              </a:defRPr>
            </a:lvl1pPr>
          </a:lstStyle>
          <a:p>
            <a:r>
              <a:rPr lang="ja-JP" altLang="en-US" dirty="0"/>
              <a:t>マスタ サブタイトルの書式設定</a:t>
            </a:r>
          </a:p>
        </p:txBody>
      </p:sp>
      <p:sp>
        <p:nvSpPr>
          <p:cNvPr id="295953" name="AutoShape 17"/>
          <p:cNvSpPr>
            <a:spLocks noChangeArrowheads="1"/>
          </p:cNvSpPr>
          <p:nvPr userDrawn="1"/>
        </p:nvSpPr>
        <p:spPr bwMode="auto">
          <a:xfrm>
            <a:off x="655638" y="2395538"/>
            <a:ext cx="7916862" cy="71437"/>
          </a:xfrm>
          <a:prstGeom prst="roundRect">
            <a:avLst>
              <a:gd name="adj" fmla="val 50000"/>
            </a:avLst>
          </a:prstGeom>
          <a:solidFill>
            <a:schemeClr val="accent1">
              <a:lumMod val="60000"/>
              <a:lumOff val="40000"/>
            </a:schemeClr>
          </a:solidFill>
          <a:ln w="9525">
            <a:noFill/>
            <a:round/>
            <a:headEnd/>
            <a:tailEnd/>
          </a:ln>
          <a:effectLst/>
        </p:spPr>
        <p:txBody>
          <a:bodyPr wrap="none" anchor="ctr"/>
          <a:lstStyle/>
          <a:p>
            <a:endParaRPr lang="ja-JP" altLang="en-US" dirty="0">
              <a:highlight>
                <a:srgbClr val="FFFF00"/>
              </a:highlight>
              <a:latin typeface="メイリオ" panose="020B0604030504040204" pitchFamily="50" charset="-128"/>
              <a:ea typeface="メイリオ" panose="020B0604030504040204" pitchFamily="50" charset="-128"/>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2_タイトル スライド">
    <p:spTree>
      <p:nvGrpSpPr>
        <p:cNvPr id="1" name=""/>
        <p:cNvGrpSpPr/>
        <p:nvPr/>
      </p:nvGrpSpPr>
      <p:grpSpPr>
        <a:xfrm>
          <a:off x="0" y="0"/>
          <a:ext cx="0" cy="0"/>
          <a:chOff x="0" y="0"/>
          <a:chExt cx="0" cy="0"/>
        </a:xfrm>
      </p:grpSpPr>
      <p:sp>
        <p:nvSpPr>
          <p:cNvPr id="295949" name="Rectangle 13"/>
          <p:cNvSpPr>
            <a:spLocks noGrp="1" noChangeArrowheads="1"/>
          </p:cNvSpPr>
          <p:nvPr>
            <p:ph type="ctrTitle" hasCustomPrompt="1"/>
          </p:nvPr>
        </p:nvSpPr>
        <p:spPr>
          <a:xfrm>
            <a:off x="692888" y="1047304"/>
            <a:ext cx="7772400" cy="1371600"/>
          </a:xfrm>
          <a:prstGeom prst="rect">
            <a:avLst/>
          </a:prstGeom>
        </p:spPr>
        <p:txBody>
          <a:bodyPr vert="horz" lIns="90000" anchor="b" anchorCtr="0">
            <a:noAutofit/>
          </a:bodyPr>
          <a:lstStyle>
            <a:lvl1pPr algn="l">
              <a:defRPr sz="2700" b="1">
                <a:latin typeface="Trebuchet MS" panose="020B0603020202020204" pitchFamily="34" charset="0"/>
                <a:ea typeface="メイリオ" panose="020B0604030504040204" pitchFamily="50" charset="-128"/>
                <a:cs typeface="Lucida Sans Unicode" pitchFamily="34" charset="0"/>
              </a:defRPr>
            </a:lvl1pPr>
          </a:lstStyle>
          <a:p>
            <a:r>
              <a:rPr lang="ja-JP" altLang="en-US" dirty="0"/>
              <a:t>マスタ タイトルの書式設定</a:t>
            </a:r>
          </a:p>
        </p:txBody>
      </p:sp>
      <p:sp>
        <p:nvSpPr>
          <p:cNvPr id="295950" name="Rectangle 14"/>
          <p:cNvSpPr>
            <a:spLocks noGrp="1" noChangeArrowheads="1"/>
          </p:cNvSpPr>
          <p:nvPr>
            <p:ph type="subTitle" idx="1"/>
          </p:nvPr>
        </p:nvSpPr>
        <p:spPr>
          <a:xfrm>
            <a:off x="1062774" y="4017195"/>
            <a:ext cx="7010400" cy="1600200"/>
          </a:xfrm>
        </p:spPr>
        <p:txBody>
          <a:bodyPr lIns="0"/>
          <a:lstStyle>
            <a:lvl1pPr marL="0" indent="0" algn="ctr">
              <a:buFont typeface="Wingdings" pitchFamily="2" charset="2"/>
              <a:buNone/>
              <a:defRPr sz="2300">
                <a:latin typeface="Trebuchet MS" panose="020B0603020202020204" pitchFamily="34" charset="0"/>
                <a:ea typeface="メイリオ" panose="020B0604030504040204" pitchFamily="50" charset="-128"/>
                <a:cs typeface="Lucida Sans Unicode" pitchFamily="34" charset="0"/>
              </a:defRPr>
            </a:lvl1pPr>
          </a:lstStyle>
          <a:p>
            <a:r>
              <a:rPr lang="ja-JP" altLang="en-US" dirty="0"/>
              <a:t>マスタ サブタイトルの書式設定</a:t>
            </a:r>
          </a:p>
        </p:txBody>
      </p:sp>
      <p:sp>
        <p:nvSpPr>
          <p:cNvPr id="295953" name="AutoShape 17"/>
          <p:cNvSpPr>
            <a:spLocks noChangeArrowheads="1"/>
          </p:cNvSpPr>
          <p:nvPr userDrawn="1"/>
        </p:nvSpPr>
        <p:spPr bwMode="auto">
          <a:xfrm>
            <a:off x="655638" y="2395538"/>
            <a:ext cx="7916862" cy="71437"/>
          </a:xfrm>
          <a:prstGeom prst="roundRect">
            <a:avLst>
              <a:gd name="adj" fmla="val 50000"/>
            </a:avLst>
          </a:prstGeom>
          <a:gradFill flip="none" rotWithShape="1">
            <a:gsLst>
              <a:gs pos="0">
                <a:srgbClr val="00FFCC"/>
              </a:gs>
              <a:gs pos="100000">
                <a:srgbClr val="FF66FF"/>
              </a:gs>
            </a:gsLst>
            <a:lin ang="10800000" scaled="1"/>
            <a:tileRect/>
          </a:gradFill>
          <a:ln w="9525">
            <a:noFill/>
            <a:round/>
            <a:headEnd/>
            <a:tailEnd/>
          </a:ln>
          <a:effectLst/>
        </p:spPr>
        <p:txBody>
          <a:bodyPr wrap="none" anchor="ctr"/>
          <a:lstStyle/>
          <a:p>
            <a:endParaRPr lang="ja-JP" altLang="en-US" dirty="0">
              <a:highlight>
                <a:srgbClr val="FFFF00"/>
              </a:highlight>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95BFC133-54D6-D44F-A0B2-1EC2F63B4E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2229" y="139232"/>
            <a:ext cx="1580262" cy="541805"/>
          </a:xfrm>
          <a:prstGeom prst="rect">
            <a:avLst/>
          </a:prstGeom>
        </p:spPr>
      </p:pic>
      <p:pic>
        <p:nvPicPr>
          <p:cNvPr id="9" name="図 8">
            <a:extLst>
              <a:ext uri="{FF2B5EF4-FFF2-40B4-BE49-F238E27FC236}">
                <a16:creationId xmlns:a16="http://schemas.microsoft.com/office/drawing/2014/main" id="{BDE0072C-FB70-FB4E-8CFB-F5CC982E655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14349" y="6231738"/>
            <a:ext cx="4423569" cy="583398"/>
          </a:xfrm>
          <a:prstGeom prst="rect">
            <a:avLst/>
          </a:prstGeom>
        </p:spPr>
      </p:pic>
      <p:grpSp>
        <p:nvGrpSpPr>
          <p:cNvPr id="7" name="グループ化 6">
            <a:extLst>
              <a:ext uri="{FF2B5EF4-FFF2-40B4-BE49-F238E27FC236}">
                <a16:creationId xmlns:a16="http://schemas.microsoft.com/office/drawing/2014/main" id="{1333BF1C-32D4-4356-9AE2-4AD6ABC477A6}"/>
              </a:ext>
            </a:extLst>
          </p:cNvPr>
          <p:cNvGrpSpPr/>
          <p:nvPr userDrawn="1"/>
        </p:nvGrpSpPr>
        <p:grpSpPr>
          <a:xfrm>
            <a:off x="6630833" y="582158"/>
            <a:ext cx="2390460" cy="370678"/>
            <a:chOff x="5943312" y="635411"/>
            <a:chExt cx="2390460" cy="370678"/>
          </a:xfrm>
        </p:grpSpPr>
        <p:sp>
          <p:nvSpPr>
            <p:cNvPr id="10" name="テキスト ボックス 9">
              <a:extLst>
                <a:ext uri="{FF2B5EF4-FFF2-40B4-BE49-F238E27FC236}">
                  <a16:creationId xmlns:a16="http://schemas.microsoft.com/office/drawing/2014/main" id="{DB6EE3E8-691A-4087-95F3-96275E949841}"/>
                </a:ext>
              </a:extLst>
            </p:cNvPr>
            <p:cNvSpPr txBox="1"/>
            <p:nvPr/>
          </p:nvSpPr>
          <p:spPr>
            <a:xfrm>
              <a:off x="6307495" y="678436"/>
              <a:ext cx="2026277" cy="307777"/>
            </a:xfrm>
            <a:prstGeom prst="rect">
              <a:avLst/>
            </a:prstGeom>
            <a:noFill/>
          </p:spPr>
          <p:txBody>
            <a:bodyPr wrap="square" rtlCol="0">
              <a:spAutoFit/>
            </a:bodyPr>
            <a:lstStyle/>
            <a:p>
              <a:r>
                <a:rPr lang="ja-JP" altLang="en-US" sz="1400" b="0" dirty="0">
                  <a:solidFill>
                    <a:srgbClr val="0066FF"/>
                  </a:solidFill>
                  <a:latin typeface="メイリオ" panose="020B0604030504040204" pitchFamily="50" charset="-128"/>
                  <a:ea typeface="メイリオ" panose="020B0604030504040204" pitchFamily="50" charset="-128"/>
                </a:rPr>
                <a:t>録画はご遠慮ください</a:t>
              </a:r>
              <a:endParaRPr lang="ja-JP" altLang="en-US" sz="900" b="0" dirty="0">
                <a:solidFill>
                  <a:srgbClr val="0066FF"/>
                </a:solidFill>
                <a:latin typeface="メイリオ" panose="020B0604030504040204" pitchFamily="50" charset="-128"/>
                <a:ea typeface="メイリオ" panose="020B0604030504040204" pitchFamily="50" charset="-128"/>
              </a:endParaRPr>
            </a:p>
          </p:txBody>
        </p:sp>
        <p:pic>
          <p:nvPicPr>
            <p:cNvPr id="11" name="図 10">
              <a:extLst>
                <a:ext uri="{FF2B5EF4-FFF2-40B4-BE49-F238E27FC236}">
                  <a16:creationId xmlns:a16="http://schemas.microsoft.com/office/drawing/2014/main" id="{5AC12123-6F98-4906-A40A-3FBC51938976}"/>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943312" y="635411"/>
              <a:ext cx="370678" cy="370678"/>
            </a:xfrm>
            <a:prstGeom prst="rect">
              <a:avLst/>
            </a:prstGeom>
          </p:spPr>
        </p:pic>
      </p:grpSp>
    </p:spTree>
    <p:extLst>
      <p:ext uri="{BB962C8B-B14F-4D97-AF65-F5344CB8AC3E}">
        <p14:creationId xmlns:p14="http://schemas.microsoft.com/office/powerpoint/2010/main" val="203669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タイトル スライド">
    <p:spTree>
      <p:nvGrpSpPr>
        <p:cNvPr id="1" name=""/>
        <p:cNvGrpSpPr/>
        <p:nvPr/>
      </p:nvGrpSpPr>
      <p:grpSpPr>
        <a:xfrm>
          <a:off x="0" y="0"/>
          <a:ext cx="0" cy="0"/>
          <a:chOff x="0" y="0"/>
          <a:chExt cx="0" cy="0"/>
        </a:xfrm>
      </p:grpSpPr>
      <p:sp>
        <p:nvSpPr>
          <p:cNvPr id="295949" name="Rectangle 13"/>
          <p:cNvSpPr>
            <a:spLocks noGrp="1" noChangeArrowheads="1"/>
          </p:cNvSpPr>
          <p:nvPr>
            <p:ph type="ctrTitle" hasCustomPrompt="1"/>
          </p:nvPr>
        </p:nvSpPr>
        <p:spPr>
          <a:xfrm>
            <a:off x="692888" y="1047304"/>
            <a:ext cx="7772400" cy="1371600"/>
          </a:xfrm>
          <a:prstGeom prst="rect">
            <a:avLst/>
          </a:prstGeom>
        </p:spPr>
        <p:txBody>
          <a:bodyPr vert="horz" lIns="90000" anchor="b" anchorCtr="0">
            <a:noAutofit/>
          </a:bodyPr>
          <a:lstStyle>
            <a:lvl1pPr algn="l">
              <a:defRPr sz="2700" b="1">
                <a:latin typeface="Trebuchet MS" panose="020B0603020202020204" pitchFamily="34" charset="0"/>
                <a:ea typeface="メイリオ" panose="020B0604030504040204" pitchFamily="50" charset="-128"/>
                <a:cs typeface="Lucida Sans Unicode" pitchFamily="34" charset="0"/>
              </a:defRPr>
            </a:lvl1pPr>
          </a:lstStyle>
          <a:p>
            <a:r>
              <a:rPr lang="ja-JP" altLang="en-US" dirty="0"/>
              <a:t>マスタ タイトルの書式設定</a:t>
            </a:r>
          </a:p>
        </p:txBody>
      </p:sp>
      <p:sp>
        <p:nvSpPr>
          <p:cNvPr id="295950" name="Rectangle 14"/>
          <p:cNvSpPr>
            <a:spLocks noGrp="1" noChangeArrowheads="1"/>
          </p:cNvSpPr>
          <p:nvPr>
            <p:ph type="subTitle" idx="1"/>
          </p:nvPr>
        </p:nvSpPr>
        <p:spPr>
          <a:xfrm>
            <a:off x="1062774" y="4017195"/>
            <a:ext cx="7010400" cy="1600200"/>
          </a:xfrm>
        </p:spPr>
        <p:txBody>
          <a:bodyPr lIns="0"/>
          <a:lstStyle>
            <a:lvl1pPr marL="0" indent="0" algn="ctr">
              <a:buFont typeface="Wingdings" pitchFamily="2" charset="2"/>
              <a:buNone/>
              <a:defRPr sz="2300">
                <a:latin typeface="Trebuchet MS" panose="020B0603020202020204" pitchFamily="34" charset="0"/>
                <a:ea typeface="メイリオ" panose="020B0604030504040204" pitchFamily="50" charset="-128"/>
                <a:cs typeface="Lucida Sans Unicode" pitchFamily="34" charset="0"/>
              </a:defRPr>
            </a:lvl1pPr>
          </a:lstStyle>
          <a:p>
            <a:r>
              <a:rPr lang="ja-JP" altLang="en-US" dirty="0"/>
              <a:t>マスタ サブタイトルの書式設定</a:t>
            </a:r>
          </a:p>
        </p:txBody>
      </p:sp>
      <p:sp>
        <p:nvSpPr>
          <p:cNvPr id="295953" name="AutoShape 17"/>
          <p:cNvSpPr>
            <a:spLocks noChangeArrowheads="1"/>
          </p:cNvSpPr>
          <p:nvPr userDrawn="1"/>
        </p:nvSpPr>
        <p:spPr bwMode="auto">
          <a:xfrm>
            <a:off x="655638" y="2395538"/>
            <a:ext cx="7916862" cy="71437"/>
          </a:xfrm>
          <a:prstGeom prst="roundRect">
            <a:avLst>
              <a:gd name="adj" fmla="val 50000"/>
            </a:avLst>
          </a:prstGeom>
          <a:gradFill flip="none" rotWithShape="1">
            <a:gsLst>
              <a:gs pos="0">
                <a:srgbClr val="00FFCC"/>
              </a:gs>
              <a:gs pos="100000">
                <a:srgbClr val="FF66FF"/>
              </a:gs>
            </a:gsLst>
            <a:lin ang="10800000" scaled="1"/>
            <a:tileRect/>
          </a:gradFill>
          <a:ln w="9525">
            <a:noFill/>
            <a:round/>
            <a:headEnd/>
            <a:tailEnd/>
          </a:ln>
          <a:effectLst/>
        </p:spPr>
        <p:txBody>
          <a:bodyPr wrap="none" anchor="ctr"/>
          <a:lstStyle/>
          <a:p>
            <a:endParaRPr lang="ja-JP" altLang="en-US" dirty="0">
              <a:highlight>
                <a:srgbClr val="FFFF00"/>
              </a:highlight>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863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7" name="Rectangle 12"/>
          <p:cNvSpPr>
            <a:spLocks noGrp="1" noChangeArrowheads="1"/>
          </p:cNvSpPr>
          <p:nvPr>
            <p:ph type="body" idx="1"/>
          </p:nvPr>
        </p:nvSpPr>
        <p:spPr bwMode="auto">
          <a:xfrm>
            <a:off x="300372" y="803869"/>
            <a:ext cx="8532813" cy="54721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buClr>
                <a:srgbClr val="FF0000"/>
              </a:buClr>
              <a:defRPr sz="2200"/>
            </a:lvl1pPr>
            <a:lvl2pPr>
              <a:buClr>
                <a:srgbClr val="0070C0"/>
              </a:buClr>
              <a:defRPr/>
            </a:lvl2pPr>
            <a:lvl3pPr>
              <a:buClr>
                <a:srgbClr val="00B050"/>
              </a:buClr>
              <a:defRPr/>
            </a:lvl3pPr>
            <a:lvl4pPr>
              <a:defRPr sz="1700"/>
            </a:lvl4p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8" name="Rectangle 11"/>
          <p:cNvSpPr>
            <a:spLocks noGrp="1" noChangeArrowheads="1"/>
          </p:cNvSpPr>
          <p:nvPr>
            <p:ph type="title"/>
          </p:nvPr>
        </p:nvSpPr>
        <p:spPr bwMode="auto">
          <a:xfrm>
            <a:off x="258763" y="201390"/>
            <a:ext cx="8609012" cy="4730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3" name="Rectangle 11"/>
          <p:cNvSpPr>
            <a:spLocks noGrp="1" noChangeArrowheads="1"/>
          </p:cNvSpPr>
          <p:nvPr>
            <p:ph type="title"/>
          </p:nvPr>
        </p:nvSpPr>
        <p:spPr bwMode="auto">
          <a:xfrm>
            <a:off x="258763" y="201390"/>
            <a:ext cx="8609012" cy="4730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タイトルのみ">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6740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9D3876A2-7A72-43EC-A209-96C4CD3CD34D}"/>
              </a:ext>
            </a:extLst>
          </p:cNvPr>
          <p:cNvSpPr/>
          <p:nvPr userDrawn="1"/>
        </p:nvSpPr>
        <p:spPr bwMode="auto">
          <a:xfrm>
            <a:off x="0" y="0"/>
            <a:ext cx="9144000" cy="6858000"/>
          </a:xfrm>
          <a:prstGeom prst="rect">
            <a:avLst/>
          </a:prstGeom>
          <a:gradFill flip="none" rotWithShape="1">
            <a:gsLst>
              <a:gs pos="0">
                <a:schemeClr val="accent5">
                  <a:lumMod val="50000"/>
                  <a:shade val="30000"/>
                  <a:satMod val="115000"/>
                </a:schemeClr>
              </a:gs>
              <a:gs pos="50000">
                <a:schemeClr val="accent5">
                  <a:lumMod val="50000"/>
                  <a:shade val="67500"/>
                  <a:satMod val="115000"/>
                </a:schemeClr>
              </a:gs>
              <a:gs pos="100000">
                <a:schemeClr val="accent5">
                  <a:lumMod val="50000"/>
                  <a:shade val="100000"/>
                  <a:satMod val="115000"/>
                </a:scheme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dirty="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4119004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4924" name="Rectangle 12"/>
          <p:cNvSpPr>
            <a:spLocks noGrp="1" noChangeArrowheads="1"/>
          </p:cNvSpPr>
          <p:nvPr>
            <p:ph type="body" idx="1"/>
          </p:nvPr>
        </p:nvSpPr>
        <p:spPr bwMode="auto">
          <a:xfrm>
            <a:off x="300372" y="803869"/>
            <a:ext cx="8532813" cy="54721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294928" name="AutoShape 16"/>
          <p:cNvSpPr>
            <a:spLocks noChangeArrowheads="1"/>
          </p:cNvSpPr>
          <p:nvPr/>
        </p:nvSpPr>
        <p:spPr bwMode="auto">
          <a:xfrm>
            <a:off x="255588" y="642938"/>
            <a:ext cx="8637587" cy="71437"/>
          </a:xfrm>
          <a:prstGeom prst="roundRect">
            <a:avLst>
              <a:gd name="adj" fmla="val 50000"/>
            </a:avLst>
          </a:prstGeom>
          <a:solidFill>
            <a:schemeClr val="accent1">
              <a:lumMod val="60000"/>
              <a:lumOff val="40000"/>
            </a:schemeClr>
          </a:solidFill>
          <a:ln w="9525">
            <a:noFill/>
            <a:round/>
            <a:headEnd/>
            <a:tailEnd/>
          </a:ln>
          <a:effectLst/>
        </p:spPr>
        <p:txBody>
          <a:bodyPr wrap="none" anchor="ctr"/>
          <a:lstStyle/>
          <a:p>
            <a:endParaRPr lang="ja-JP" altLang="en-US">
              <a:latin typeface="メイリオ" panose="020B0604030504040204" pitchFamily="50" charset="-128"/>
              <a:ea typeface="メイリオ" panose="020B0604030504040204" pitchFamily="50" charset="-128"/>
              <a:cs typeface="Lucida Sans Unicode" pitchFamily="34" charset="0"/>
            </a:endParaRPr>
          </a:p>
        </p:txBody>
      </p:sp>
      <p:sp>
        <p:nvSpPr>
          <p:cNvPr id="294929" name="AutoShape 17"/>
          <p:cNvSpPr>
            <a:spLocks noChangeArrowheads="1"/>
          </p:cNvSpPr>
          <p:nvPr/>
        </p:nvSpPr>
        <p:spPr bwMode="auto">
          <a:xfrm>
            <a:off x="236538" y="6535738"/>
            <a:ext cx="8637587" cy="71437"/>
          </a:xfrm>
          <a:prstGeom prst="roundRect">
            <a:avLst>
              <a:gd name="adj" fmla="val 50000"/>
            </a:avLst>
          </a:prstGeom>
          <a:solidFill>
            <a:schemeClr val="accent1">
              <a:lumMod val="60000"/>
              <a:lumOff val="40000"/>
            </a:schemeClr>
          </a:solidFill>
          <a:ln w="9525">
            <a:noFill/>
            <a:round/>
            <a:headEnd/>
            <a:tailEnd/>
          </a:ln>
          <a:effectLst/>
        </p:spPr>
        <p:txBody>
          <a:bodyPr wrap="none" anchor="ctr"/>
          <a:lstStyle/>
          <a:p>
            <a:endParaRPr lang="ja-JP" altLang="en-US">
              <a:latin typeface="メイリオ" panose="020B0604030504040204" pitchFamily="50" charset="-128"/>
              <a:ea typeface="メイリオ" panose="020B0604030504040204" pitchFamily="50" charset="-128"/>
              <a:cs typeface="Lucida Sans Unicode" pitchFamily="34" charset="0"/>
            </a:endParaRPr>
          </a:p>
        </p:txBody>
      </p:sp>
      <p:sp>
        <p:nvSpPr>
          <p:cNvPr id="16" name="Rectangle 16"/>
          <p:cNvSpPr txBox="1">
            <a:spLocks noChangeArrowheads="1"/>
          </p:cNvSpPr>
          <p:nvPr userDrawn="1"/>
        </p:nvSpPr>
        <p:spPr bwMode="auto">
          <a:xfrm>
            <a:off x="8079874" y="6560196"/>
            <a:ext cx="863600"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629DC0F-AFF2-49C6-B3F9-15D005D1867F}" type="slidenum">
              <a:rPr kumimoji="0" lang="en-US" altLang="ja-JP" sz="1400" b="0" i="0" u="none" strike="noStrike" kern="1200" cap="none" spc="0" normalizeH="0" baseline="0" noProof="0" smtClean="0">
                <a:ln>
                  <a:noFill/>
                </a:ln>
                <a:solidFill>
                  <a:schemeClr val="tx1"/>
                </a:solidFill>
                <a:effectLst/>
                <a:uLnTx/>
                <a:uFillTx/>
                <a:latin typeface="Trebuchet MS" panose="020B0603020202020204" pitchFamily="34" charset="0"/>
                <a:ea typeface="メイリオ"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r>
              <a:rPr kumimoji="0" lang="en-US" altLang="ja-JP" sz="1400" b="0" i="0" u="none" strike="noStrike" kern="1200" cap="none" spc="0" normalizeH="0" baseline="0" noProof="0" dirty="0">
                <a:ln>
                  <a:noFill/>
                </a:ln>
                <a:solidFill>
                  <a:schemeClr val="tx1"/>
                </a:solidFill>
                <a:effectLst/>
                <a:uLnTx/>
                <a:uFillTx/>
                <a:latin typeface="Trebuchet MS" panose="020B0603020202020204" pitchFamily="34" charset="0"/>
                <a:ea typeface="メイリオ" panose="020B0604030504040204" pitchFamily="50" charset="-128"/>
                <a:cs typeface="+mn-cs"/>
              </a:rPr>
              <a:t>/7</a:t>
            </a:r>
          </a:p>
        </p:txBody>
      </p:sp>
      <p:sp>
        <p:nvSpPr>
          <p:cNvPr id="18" name="Rectangle 11"/>
          <p:cNvSpPr>
            <a:spLocks noGrp="1" noChangeArrowheads="1"/>
          </p:cNvSpPr>
          <p:nvPr>
            <p:ph type="title"/>
          </p:nvPr>
        </p:nvSpPr>
        <p:spPr bwMode="auto">
          <a:xfrm>
            <a:off x="258763" y="201390"/>
            <a:ext cx="8609012" cy="4730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Tree>
  </p:cSld>
  <p:clrMap bg1="lt1" tx1="dk1" bg2="lt2" tx2="dk2" accent1="accent1" accent2="accent2" accent3="accent3" accent4="accent4" accent5="accent5" accent6="accent6" hlink="hlink" folHlink="folHlink"/>
  <p:sldLayoutIdLst>
    <p:sldLayoutId id="2147483860" r:id="rId1"/>
    <p:sldLayoutId id="2147483878" r:id="rId2"/>
    <p:sldLayoutId id="2147483875" r:id="rId3"/>
    <p:sldLayoutId id="2147483861" r:id="rId4"/>
    <p:sldLayoutId id="2147483866" r:id="rId5"/>
    <p:sldLayoutId id="2147483877" r:id="rId6"/>
    <p:sldLayoutId id="2147483876" r:id="rId7"/>
  </p:sldLayoutIdLst>
  <p:hf hdr="0" dt="0"/>
  <p:txStyles>
    <p:titleStyle>
      <a:lvl1pPr algn="l" rtl="0" fontAlgn="base">
        <a:spcBef>
          <a:spcPct val="0"/>
        </a:spcBef>
        <a:spcAft>
          <a:spcPct val="0"/>
        </a:spcAft>
        <a:defRPr kumimoji="1" sz="2700">
          <a:solidFill>
            <a:schemeClr val="tx2"/>
          </a:solidFill>
          <a:latin typeface="Trebuchet MS" panose="020B0603020202020204" pitchFamily="34" charset="0"/>
          <a:ea typeface="メイリオ" panose="020B0604030504040204" pitchFamily="50" charset="-128"/>
          <a:cs typeface="Lucida Sans Unicode" pitchFamily="34" charset="0"/>
        </a:defRPr>
      </a:lvl1pPr>
      <a:lvl2pPr algn="l" rtl="0" fontAlgn="base">
        <a:spcBef>
          <a:spcPct val="0"/>
        </a:spcBef>
        <a:spcAft>
          <a:spcPct val="0"/>
        </a:spcAft>
        <a:defRPr kumimoji="1" sz="2800">
          <a:solidFill>
            <a:schemeClr val="tx2"/>
          </a:solidFill>
          <a:latin typeface="Verdana" pitchFamily="34" charset="0"/>
          <a:ea typeface="ＭＳ Ｐゴシック" pitchFamily="50" charset="-128"/>
        </a:defRPr>
      </a:lvl2pPr>
      <a:lvl3pPr algn="l" rtl="0" fontAlgn="base">
        <a:spcBef>
          <a:spcPct val="0"/>
        </a:spcBef>
        <a:spcAft>
          <a:spcPct val="0"/>
        </a:spcAft>
        <a:defRPr kumimoji="1" sz="2800">
          <a:solidFill>
            <a:schemeClr val="tx2"/>
          </a:solidFill>
          <a:latin typeface="Verdana" pitchFamily="34" charset="0"/>
          <a:ea typeface="ＭＳ Ｐゴシック" pitchFamily="50" charset="-128"/>
        </a:defRPr>
      </a:lvl3pPr>
      <a:lvl4pPr algn="l" rtl="0" fontAlgn="base">
        <a:spcBef>
          <a:spcPct val="0"/>
        </a:spcBef>
        <a:spcAft>
          <a:spcPct val="0"/>
        </a:spcAft>
        <a:defRPr kumimoji="1" sz="2800">
          <a:solidFill>
            <a:schemeClr val="tx2"/>
          </a:solidFill>
          <a:latin typeface="Verdana" pitchFamily="34" charset="0"/>
          <a:ea typeface="ＭＳ Ｐゴシック" pitchFamily="50" charset="-128"/>
        </a:defRPr>
      </a:lvl4pPr>
      <a:lvl5pPr algn="l" rtl="0" fontAlgn="base">
        <a:spcBef>
          <a:spcPct val="0"/>
        </a:spcBef>
        <a:spcAft>
          <a:spcPct val="0"/>
        </a:spcAft>
        <a:defRPr kumimoji="1" sz="2800">
          <a:solidFill>
            <a:schemeClr val="tx2"/>
          </a:solidFill>
          <a:latin typeface="Verdana" pitchFamily="34" charset="0"/>
          <a:ea typeface="ＭＳ Ｐゴシック" pitchFamily="50" charset="-128"/>
        </a:defRPr>
      </a:lvl5pPr>
      <a:lvl6pPr marL="457200" algn="l" rtl="0" fontAlgn="base">
        <a:spcBef>
          <a:spcPct val="0"/>
        </a:spcBef>
        <a:spcAft>
          <a:spcPct val="0"/>
        </a:spcAft>
        <a:defRPr kumimoji="1" sz="2800">
          <a:solidFill>
            <a:schemeClr val="tx2"/>
          </a:solidFill>
          <a:latin typeface="Verdana" pitchFamily="34" charset="0"/>
          <a:ea typeface="ＭＳ Ｐゴシック" pitchFamily="50" charset="-128"/>
        </a:defRPr>
      </a:lvl6pPr>
      <a:lvl7pPr marL="914400" algn="l" rtl="0" fontAlgn="base">
        <a:spcBef>
          <a:spcPct val="0"/>
        </a:spcBef>
        <a:spcAft>
          <a:spcPct val="0"/>
        </a:spcAft>
        <a:defRPr kumimoji="1" sz="2800">
          <a:solidFill>
            <a:schemeClr val="tx2"/>
          </a:solidFill>
          <a:latin typeface="Verdana" pitchFamily="34" charset="0"/>
          <a:ea typeface="ＭＳ Ｐゴシック" pitchFamily="50" charset="-128"/>
        </a:defRPr>
      </a:lvl7pPr>
      <a:lvl8pPr marL="1371600" algn="l" rtl="0" fontAlgn="base">
        <a:spcBef>
          <a:spcPct val="0"/>
        </a:spcBef>
        <a:spcAft>
          <a:spcPct val="0"/>
        </a:spcAft>
        <a:defRPr kumimoji="1" sz="2800">
          <a:solidFill>
            <a:schemeClr val="tx2"/>
          </a:solidFill>
          <a:latin typeface="Verdana" pitchFamily="34" charset="0"/>
          <a:ea typeface="ＭＳ Ｐゴシック" pitchFamily="50" charset="-128"/>
        </a:defRPr>
      </a:lvl8pPr>
      <a:lvl9pPr marL="1828800" algn="l" rtl="0" fontAlgn="base">
        <a:spcBef>
          <a:spcPct val="0"/>
        </a:spcBef>
        <a:spcAft>
          <a:spcPct val="0"/>
        </a:spcAft>
        <a:defRPr kumimoji="1" sz="2800">
          <a:solidFill>
            <a:schemeClr val="tx2"/>
          </a:solidFill>
          <a:latin typeface="Verdana" pitchFamily="34" charset="0"/>
          <a:ea typeface="ＭＳ Ｐゴシック" pitchFamily="50" charset="-128"/>
        </a:defRPr>
      </a:lvl9pPr>
    </p:titleStyle>
    <p:bodyStyle>
      <a:lvl1pPr marL="469900" indent="-469900" algn="l" rtl="0" fontAlgn="base">
        <a:spcBef>
          <a:spcPct val="20000"/>
        </a:spcBef>
        <a:spcAft>
          <a:spcPct val="0"/>
        </a:spcAft>
        <a:buClr>
          <a:srgbClr val="FF0000"/>
        </a:buClr>
        <a:buFont typeface="Wingdings" pitchFamily="2" charset="2"/>
        <a:buChar char="n"/>
        <a:defRPr kumimoji="1" sz="2200">
          <a:solidFill>
            <a:schemeClr val="tx1"/>
          </a:solidFill>
          <a:latin typeface="Trebuchet MS" panose="020B0603020202020204" pitchFamily="34" charset="0"/>
          <a:ea typeface="メイリオ" panose="020B0604030504040204" pitchFamily="50" charset="-128"/>
          <a:cs typeface="Lucida Sans Unicode" pitchFamily="34" charset="0"/>
        </a:defRPr>
      </a:lvl1pPr>
      <a:lvl2pPr marL="908050" indent="-436563" algn="l" rtl="0" fontAlgn="base">
        <a:spcBef>
          <a:spcPct val="20000"/>
        </a:spcBef>
        <a:spcAft>
          <a:spcPct val="0"/>
        </a:spcAft>
        <a:buClr>
          <a:srgbClr val="0070C0"/>
        </a:buClr>
        <a:buFont typeface="Wingdings" pitchFamily="2" charset="2"/>
        <a:buChar char="n"/>
        <a:defRPr kumimoji="1" sz="2000">
          <a:solidFill>
            <a:schemeClr val="tx1"/>
          </a:solidFill>
          <a:latin typeface="Trebuchet MS" panose="020B0603020202020204" pitchFamily="34" charset="0"/>
          <a:ea typeface="メイリオ" panose="020B0604030504040204" pitchFamily="50" charset="-128"/>
          <a:cs typeface="Lucida Sans Unicode" pitchFamily="34" charset="0"/>
        </a:defRPr>
      </a:lvl2pPr>
      <a:lvl3pPr marL="1304925" indent="-395288" algn="l" rtl="0" fontAlgn="base">
        <a:spcBef>
          <a:spcPct val="20000"/>
        </a:spcBef>
        <a:spcAft>
          <a:spcPct val="0"/>
        </a:spcAft>
        <a:buClr>
          <a:srgbClr val="00B050"/>
        </a:buClr>
        <a:buSzPct val="90000"/>
        <a:buFont typeface="Wingdings" pitchFamily="2" charset="2"/>
        <a:buChar char="n"/>
        <a:defRPr kumimoji="1" sz="1800">
          <a:solidFill>
            <a:schemeClr val="tx1"/>
          </a:solidFill>
          <a:latin typeface="Trebuchet MS" panose="020B0603020202020204" pitchFamily="34" charset="0"/>
          <a:ea typeface="メイリオ" panose="020B0604030504040204" pitchFamily="50" charset="-128"/>
          <a:cs typeface="Lucida Sans Unicode" pitchFamily="34" charset="0"/>
        </a:defRPr>
      </a:lvl3pPr>
      <a:lvl4pPr marL="1693863" indent="-387350" algn="l" rtl="0" fontAlgn="base">
        <a:spcBef>
          <a:spcPct val="20000"/>
        </a:spcBef>
        <a:spcAft>
          <a:spcPct val="0"/>
        </a:spcAft>
        <a:buClr>
          <a:srgbClr val="990000"/>
        </a:buClr>
        <a:buSzPct val="110000"/>
        <a:buFont typeface="Wingdings" pitchFamily="2" charset="2"/>
        <a:buChar char="ü"/>
        <a:defRPr kumimoji="1" sz="1700">
          <a:solidFill>
            <a:schemeClr val="tx1"/>
          </a:solidFill>
          <a:latin typeface="Trebuchet MS" panose="020B0603020202020204" pitchFamily="34" charset="0"/>
          <a:ea typeface="メイリオ" panose="020B0604030504040204" pitchFamily="50" charset="-128"/>
          <a:cs typeface="Lucida Sans Unicode" pitchFamily="34" charset="0"/>
        </a:defRPr>
      </a:lvl4pPr>
      <a:lvl5pPr marL="2093913" indent="-398463" algn="l" rtl="0" fontAlgn="base">
        <a:spcBef>
          <a:spcPct val="25000"/>
        </a:spcBef>
        <a:spcAft>
          <a:spcPct val="0"/>
        </a:spcAft>
        <a:buClr>
          <a:srgbClr val="0000FF"/>
        </a:buClr>
        <a:buFont typeface="Wingdings" pitchFamily="2" charset="2"/>
        <a:buChar char="§"/>
        <a:defRPr kumimoji="1" sz="1600">
          <a:solidFill>
            <a:schemeClr val="tx1"/>
          </a:solidFill>
          <a:latin typeface="メイリオ" panose="020B0604030504040204" pitchFamily="50" charset="-128"/>
          <a:ea typeface="メイリオ" panose="020B0604030504040204" pitchFamily="50" charset="-128"/>
          <a:cs typeface="Lucida Sans Unicode" pitchFamily="34" charset="0"/>
        </a:defRPr>
      </a:lvl5pPr>
      <a:lvl6pPr marL="2551113" indent="-398463" algn="l" rtl="0" fontAlgn="base">
        <a:spcBef>
          <a:spcPct val="25000"/>
        </a:spcBef>
        <a:spcAft>
          <a:spcPct val="0"/>
        </a:spcAft>
        <a:buClr>
          <a:schemeClr val="accent2"/>
        </a:buClr>
        <a:buFont typeface="Wingdings" pitchFamily="2" charset="2"/>
        <a:buChar char="§"/>
        <a:defRPr kumimoji="1" sz="16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kumimoji="1" sz="16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kumimoji="1" sz="16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kumimoji="1" sz="16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CB3E5E4-B1F6-4E69-8083-31469CE4EC77}"/>
              </a:ext>
            </a:extLst>
          </p:cNvPr>
          <p:cNvSpPr>
            <a:spLocks noGrp="1"/>
          </p:cNvSpPr>
          <p:nvPr>
            <p:ph type="ctrTitle"/>
          </p:nvPr>
        </p:nvSpPr>
        <p:spPr/>
        <p:txBody>
          <a:bodyPr/>
          <a:lstStyle/>
          <a:p>
            <a:r>
              <a:rPr kumimoji="1" lang="ja-JP" altLang="en-US" dirty="0"/>
              <a:t>ヒストグラムを用いた画像変換</a:t>
            </a:r>
          </a:p>
        </p:txBody>
      </p:sp>
      <p:sp>
        <p:nvSpPr>
          <p:cNvPr id="9" name="テキスト ボックス 8">
            <a:extLst>
              <a:ext uri="{FF2B5EF4-FFF2-40B4-BE49-F238E27FC236}">
                <a16:creationId xmlns:a16="http://schemas.microsoft.com/office/drawing/2014/main" id="{1A7BB504-1037-4810-9721-DF7871055A6F}"/>
              </a:ext>
            </a:extLst>
          </p:cNvPr>
          <p:cNvSpPr txBox="1"/>
          <p:nvPr/>
        </p:nvSpPr>
        <p:spPr>
          <a:xfrm>
            <a:off x="4007094" y="4017600"/>
            <a:ext cx="1116010" cy="451406"/>
          </a:xfrm>
          <a:prstGeom prst="rect">
            <a:avLst/>
          </a:prstGeom>
          <a:noFill/>
        </p:spPr>
        <p:txBody>
          <a:bodyPr wrap="none" rtlCol="0">
            <a:spAutoFit/>
          </a:bodyPr>
          <a:lstStyle/>
          <a:p>
            <a:pPr algn="ctr">
              <a:lnSpc>
                <a:spcPts val="2800"/>
              </a:lnSpc>
            </a:pPr>
            <a:r>
              <a:rPr lang="ja-JP" altLang="en-US" sz="2200" b="0" i="1" dirty="0">
                <a:latin typeface="Trebuchet MS" panose="020B0603020202020204" pitchFamily="34" charset="0"/>
                <a:ea typeface="メイリオ" panose="020B0604030504040204" pitchFamily="50" charset="-128"/>
              </a:rPr>
              <a:t>愛甲 隼</a:t>
            </a:r>
            <a:endParaRPr lang="en-US" altLang="ja-JP" sz="2200" b="0" i="1" dirty="0">
              <a:latin typeface="Trebuchet MS" panose="020B0603020202020204" pitchFamily="34" charset="0"/>
              <a:ea typeface="メイリオ" panose="020B0604030504040204" pitchFamily="50" charset="-128"/>
            </a:endParaRPr>
          </a:p>
        </p:txBody>
      </p:sp>
      <p:sp>
        <p:nvSpPr>
          <p:cNvPr id="2" name="テキスト ボックス 1">
            <a:extLst>
              <a:ext uri="{FF2B5EF4-FFF2-40B4-BE49-F238E27FC236}">
                <a16:creationId xmlns:a16="http://schemas.microsoft.com/office/drawing/2014/main" id="{0E4BAECC-9A04-E69A-FDFD-93EBA68E0899}"/>
              </a:ext>
            </a:extLst>
          </p:cNvPr>
          <p:cNvSpPr txBox="1"/>
          <p:nvPr/>
        </p:nvSpPr>
        <p:spPr>
          <a:xfrm>
            <a:off x="6857155" y="6041330"/>
            <a:ext cx="1608133" cy="426463"/>
          </a:xfrm>
          <a:prstGeom prst="rect">
            <a:avLst/>
          </a:prstGeom>
          <a:noFill/>
        </p:spPr>
        <p:txBody>
          <a:bodyPr wrap="none" rtlCol="0">
            <a:spAutoFit/>
          </a:bodyPr>
          <a:lstStyle/>
          <a:p>
            <a:pPr algn="ctr">
              <a:lnSpc>
                <a:spcPts val="2800"/>
              </a:lnSpc>
            </a:pPr>
            <a:r>
              <a:rPr lang="en-US" altLang="ja-JP" b="0" i="1" dirty="0"/>
              <a:t>2026/1/6 </a:t>
            </a:r>
            <a:r>
              <a:rPr lang="ja-JP" altLang="ja-JP" b="0" i="1" dirty="0"/>
              <a:t>作成</a:t>
            </a:r>
            <a:endParaRPr lang="en-US" altLang="ja-JP" sz="2200" b="0" i="1" dirty="0">
              <a:latin typeface="Trebuchet MS" panose="020B0603020202020204" pitchFamily="34" charset="0"/>
              <a:ea typeface="メイリオ" panose="020B0604030504040204" pitchFamily="50" charset="-128"/>
            </a:endParaRPr>
          </a:p>
        </p:txBody>
      </p:sp>
    </p:spTree>
    <p:extLst>
      <p:ext uri="{BB962C8B-B14F-4D97-AF65-F5344CB8AC3E}">
        <p14:creationId xmlns:p14="http://schemas.microsoft.com/office/powerpoint/2010/main" val="2210995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2DD734C-F9D7-4581-B022-85EA6406AD4A}"/>
              </a:ext>
            </a:extLst>
          </p:cNvPr>
          <p:cNvSpPr>
            <a:spLocks noGrp="1"/>
          </p:cNvSpPr>
          <p:nvPr>
            <p:ph type="body" idx="1"/>
          </p:nvPr>
        </p:nvSpPr>
        <p:spPr/>
        <p:txBody>
          <a:bodyPr/>
          <a:lstStyle/>
          <a:p>
            <a:r>
              <a:rPr lang="ja-JP" altLang="en-US" dirty="0"/>
              <a:t>元画像と参考画像を読み込む．</a:t>
            </a:r>
            <a:endParaRPr lang="en-US" altLang="ja-JP" dirty="0"/>
          </a:p>
          <a:p>
            <a:pPr lvl="1"/>
            <a:r>
              <a:rPr lang="ja-JP" altLang="en-US" dirty="0"/>
              <a:t>元画像はヒストグラムの基準となる画像のことである．</a:t>
            </a:r>
            <a:endParaRPr lang="en-US" altLang="ja-JP" dirty="0"/>
          </a:p>
          <a:p>
            <a:pPr lvl="1"/>
            <a:r>
              <a:rPr lang="ja-JP" altLang="en-US" dirty="0"/>
              <a:t>参考画像は元画像をどのような画像にするかを指定する画像である．</a:t>
            </a:r>
            <a:endParaRPr lang="en-US" altLang="ja-JP" dirty="0"/>
          </a:p>
          <a:p>
            <a:pPr lvl="1"/>
            <a:endParaRPr lang="en-US" altLang="ja-JP" dirty="0"/>
          </a:p>
          <a:p>
            <a:r>
              <a:rPr lang="en-US" altLang="ja-JP" dirty="0"/>
              <a:t>2</a:t>
            </a:r>
            <a:r>
              <a:rPr lang="ja-JP" altLang="en-US" dirty="0"/>
              <a:t> つの画像を元に結果画像が出力される．</a:t>
            </a:r>
            <a:endParaRPr lang="en-US" altLang="ja-JP" dirty="0"/>
          </a:p>
        </p:txBody>
      </p:sp>
      <p:sp>
        <p:nvSpPr>
          <p:cNvPr id="3" name="タイトル 2">
            <a:extLst>
              <a:ext uri="{FF2B5EF4-FFF2-40B4-BE49-F238E27FC236}">
                <a16:creationId xmlns:a16="http://schemas.microsoft.com/office/drawing/2014/main" id="{D4C56E27-1B03-45B0-8929-E642FB17960A}"/>
              </a:ext>
            </a:extLst>
          </p:cNvPr>
          <p:cNvSpPr>
            <a:spLocks noGrp="1"/>
          </p:cNvSpPr>
          <p:nvPr>
            <p:ph type="title"/>
          </p:nvPr>
        </p:nvSpPr>
        <p:spPr/>
        <p:txBody>
          <a:bodyPr/>
          <a:lstStyle/>
          <a:p>
            <a:r>
              <a:rPr kumimoji="1" lang="ja-JP" altLang="en-US" dirty="0"/>
              <a:t>全体の流れ</a:t>
            </a:r>
          </a:p>
        </p:txBody>
      </p:sp>
      <p:pic>
        <p:nvPicPr>
          <p:cNvPr id="4" name="図 3" descr="携帯電話を耳に当てている女性の白黒写真&#10;&#10;中程度の精度で自動的に生成された説明">
            <a:extLst>
              <a:ext uri="{FF2B5EF4-FFF2-40B4-BE49-F238E27FC236}">
                <a16:creationId xmlns:a16="http://schemas.microsoft.com/office/drawing/2014/main" id="{BD33C4A3-09A7-496A-862E-05773549A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526" y="3913781"/>
            <a:ext cx="1800000" cy="1800000"/>
          </a:xfrm>
          <a:prstGeom prst="rect">
            <a:avLst/>
          </a:prstGeom>
        </p:spPr>
      </p:pic>
      <p:pic>
        <p:nvPicPr>
          <p:cNvPr id="5" name="図 4" descr="飛行機が空を飛んでいる戦闘機の白黒写真&#10;&#10;中程度の精度で自動的に生成された説明">
            <a:extLst>
              <a:ext uri="{FF2B5EF4-FFF2-40B4-BE49-F238E27FC236}">
                <a16:creationId xmlns:a16="http://schemas.microsoft.com/office/drawing/2014/main" id="{62A9483A-EE86-46A4-9BBF-F6B96420CC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3396" y="3913781"/>
            <a:ext cx="1800000" cy="1800000"/>
          </a:xfrm>
          <a:prstGeom prst="rect">
            <a:avLst/>
          </a:prstGeom>
        </p:spPr>
      </p:pic>
      <p:pic>
        <p:nvPicPr>
          <p:cNvPr id="6" name="図 5" descr="雪の上を飛ぶ飛行機の白黒写真&#10;&#10;自動的に生成された説明">
            <a:extLst>
              <a:ext uri="{FF2B5EF4-FFF2-40B4-BE49-F238E27FC236}">
                <a16:creationId xmlns:a16="http://schemas.microsoft.com/office/drawing/2014/main" id="{D42C3336-1F4B-4E93-89FB-1FA779D729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3133" y="3913781"/>
            <a:ext cx="1800000" cy="1800000"/>
          </a:xfrm>
          <a:prstGeom prst="rect">
            <a:avLst/>
          </a:prstGeom>
        </p:spPr>
      </p:pic>
      <p:sp>
        <p:nvSpPr>
          <p:cNvPr id="7" name="テキスト ボックス 6">
            <a:extLst>
              <a:ext uri="{FF2B5EF4-FFF2-40B4-BE49-F238E27FC236}">
                <a16:creationId xmlns:a16="http://schemas.microsoft.com/office/drawing/2014/main" id="{2E8F6728-1F15-433F-9A5B-459E63F354E6}"/>
              </a:ext>
            </a:extLst>
          </p:cNvPr>
          <p:cNvSpPr txBox="1"/>
          <p:nvPr/>
        </p:nvSpPr>
        <p:spPr>
          <a:xfrm>
            <a:off x="2555470" y="4429060"/>
            <a:ext cx="833718" cy="769441"/>
          </a:xfrm>
          <a:prstGeom prst="rect">
            <a:avLst/>
          </a:prstGeom>
          <a:noFill/>
        </p:spPr>
        <p:txBody>
          <a:bodyPr wrap="square" rtlCol="0">
            <a:spAutoFit/>
          </a:bodyPr>
          <a:lstStyle/>
          <a:p>
            <a:r>
              <a:rPr kumimoji="1" lang="ja-JP" altLang="en-US" sz="4400" dirty="0">
                <a:ln>
                  <a:solidFill>
                    <a:sysClr val="windowText" lastClr="000000"/>
                  </a:solidFill>
                </a:ln>
                <a:solidFill>
                  <a:schemeClr val="accent6">
                    <a:lumMod val="60000"/>
                    <a:lumOff val="40000"/>
                  </a:schemeClr>
                </a:solidFill>
              </a:rPr>
              <a:t>＋</a:t>
            </a:r>
          </a:p>
        </p:txBody>
      </p:sp>
      <p:sp>
        <p:nvSpPr>
          <p:cNvPr id="8" name="矢印: 右 7">
            <a:extLst>
              <a:ext uri="{FF2B5EF4-FFF2-40B4-BE49-F238E27FC236}">
                <a16:creationId xmlns:a16="http://schemas.microsoft.com/office/drawing/2014/main" id="{C7267943-3DDE-478D-927A-60AE55E01B3B}"/>
              </a:ext>
            </a:extLst>
          </p:cNvPr>
          <p:cNvSpPr/>
          <p:nvPr/>
        </p:nvSpPr>
        <p:spPr bwMode="auto">
          <a:xfrm>
            <a:off x="5458488" y="4429060"/>
            <a:ext cx="1129553" cy="627530"/>
          </a:xfrm>
          <a:prstGeom prst="rightArrow">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13" name="テキスト ボックス 12">
            <a:extLst>
              <a:ext uri="{FF2B5EF4-FFF2-40B4-BE49-F238E27FC236}">
                <a16:creationId xmlns:a16="http://schemas.microsoft.com/office/drawing/2014/main" id="{5CD1B58E-C7D6-4815-B16B-C673E8D15A24}"/>
              </a:ext>
            </a:extLst>
          </p:cNvPr>
          <p:cNvSpPr txBox="1"/>
          <p:nvPr/>
        </p:nvSpPr>
        <p:spPr>
          <a:xfrm>
            <a:off x="1114124" y="5810215"/>
            <a:ext cx="894803"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元画像</a:t>
            </a:r>
          </a:p>
        </p:txBody>
      </p:sp>
      <p:sp>
        <p:nvSpPr>
          <p:cNvPr id="14" name="テキスト ボックス 13">
            <a:extLst>
              <a:ext uri="{FF2B5EF4-FFF2-40B4-BE49-F238E27FC236}">
                <a16:creationId xmlns:a16="http://schemas.microsoft.com/office/drawing/2014/main" id="{2D4A92B3-DCCC-4B46-97BB-25298E7972BC}"/>
              </a:ext>
            </a:extLst>
          </p:cNvPr>
          <p:cNvSpPr txBox="1"/>
          <p:nvPr/>
        </p:nvSpPr>
        <p:spPr>
          <a:xfrm>
            <a:off x="3594239" y="5810215"/>
            <a:ext cx="1577788" cy="369332"/>
          </a:xfrm>
          <a:prstGeom prst="rect">
            <a:avLst/>
          </a:prstGeom>
          <a:noFill/>
        </p:spPr>
        <p:txBody>
          <a:bodyPr wrap="square" rtlCol="0">
            <a:spAutoFit/>
          </a:bodyPr>
          <a:lstStyle/>
          <a:p>
            <a:pPr algn="ctr"/>
            <a:r>
              <a:rPr kumimoji="1" lang="ja-JP" altLang="en-US" b="0" dirty="0">
                <a:latin typeface="メイリオ" panose="020B0604030504040204" pitchFamily="50" charset="-128"/>
                <a:ea typeface="メイリオ" panose="020B0604030504040204" pitchFamily="50" charset="-128"/>
              </a:rPr>
              <a:t>参考画像</a:t>
            </a:r>
          </a:p>
        </p:txBody>
      </p:sp>
      <p:sp>
        <p:nvSpPr>
          <p:cNvPr id="15" name="テキスト ボックス 14">
            <a:extLst>
              <a:ext uri="{FF2B5EF4-FFF2-40B4-BE49-F238E27FC236}">
                <a16:creationId xmlns:a16="http://schemas.microsoft.com/office/drawing/2014/main" id="{FB2F0C76-111C-495F-8167-B57CB0027985}"/>
              </a:ext>
            </a:extLst>
          </p:cNvPr>
          <p:cNvSpPr txBox="1"/>
          <p:nvPr/>
        </p:nvSpPr>
        <p:spPr>
          <a:xfrm>
            <a:off x="7095188" y="5810215"/>
            <a:ext cx="1136416"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結果画像</a:t>
            </a:r>
          </a:p>
        </p:txBody>
      </p:sp>
    </p:spTree>
    <p:extLst>
      <p:ext uri="{BB962C8B-B14F-4D97-AF65-F5344CB8AC3E}">
        <p14:creationId xmlns:p14="http://schemas.microsoft.com/office/powerpoint/2010/main" val="374901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3"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2DD734C-F9D7-4581-B022-85EA6406AD4A}"/>
              </a:ext>
            </a:extLst>
          </p:cNvPr>
          <p:cNvSpPr>
            <a:spLocks noGrp="1"/>
          </p:cNvSpPr>
          <p:nvPr>
            <p:ph type="body" idx="1"/>
          </p:nvPr>
        </p:nvSpPr>
        <p:spPr/>
        <p:txBody>
          <a:bodyPr/>
          <a:lstStyle/>
          <a:p>
            <a:pPr>
              <a:buFont typeface="+mj-lt"/>
              <a:buAutoNum type="arabicPeriod"/>
            </a:pPr>
            <a:r>
              <a:rPr lang="ja-JP" altLang="en-US" dirty="0"/>
              <a:t>元画像と参考画像を読み込む．</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pPr>
              <a:buFont typeface="+mj-lt"/>
              <a:buAutoNum type="arabicPeriod" startAt="2"/>
            </a:pPr>
            <a:r>
              <a:rPr lang="ja-JP" altLang="en-US" dirty="0"/>
              <a:t>元画像の全ての画素値を </a:t>
            </a:r>
            <a:r>
              <a:rPr lang="en-US" altLang="ja-JP" dirty="0"/>
              <a:t>1 </a:t>
            </a:r>
            <a:r>
              <a:rPr lang="ja-JP" altLang="en-US" dirty="0"/>
              <a:t>次元配列に変換し，コムソートを用いて昇順にソートする．</a:t>
            </a:r>
            <a:endParaRPr lang="en-US" altLang="ja-JP" dirty="0"/>
          </a:p>
        </p:txBody>
      </p:sp>
      <p:sp>
        <p:nvSpPr>
          <p:cNvPr id="3" name="タイトル 2">
            <a:extLst>
              <a:ext uri="{FF2B5EF4-FFF2-40B4-BE49-F238E27FC236}">
                <a16:creationId xmlns:a16="http://schemas.microsoft.com/office/drawing/2014/main" id="{D4C56E27-1B03-45B0-8929-E642FB17960A}"/>
              </a:ext>
            </a:extLst>
          </p:cNvPr>
          <p:cNvSpPr>
            <a:spLocks noGrp="1"/>
          </p:cNvSpPr>
          <p:nvPr>
            <p:ph type="title"/>
          </p:nvPr>
        </p:nvSpPr>
        <p:spPr/>
        <p:txBody>
          <a:bodyPr/>
          <a:lstStyle/>
          <a:p>
            <a:r>
              <a:rPr lang="ja-JP" altLang="en-US" dirty="0"/>
              <a:t>結果画像の作成方法 </a:t>
            </a:r>
            <a:r>
              <a:rPr lang="en-US" altLang="ja-JP" dirty="0"/>
              <a:t>1/4</a:t>
            </a:r>
            <a:endParaRPr kumimoji="1" lang="ja-JP" altLang="en-US" dirty="0"/>
          </a:p>
        </p:txBody>
      </p:sp>
      <p:pic>
        <p:nvPicPr>
          <p:cNvPr id="4" name="図 3" descr="携帯電話を耳に当てている女性の白黒写真&#10;&#10;中程度の精度で自動的に生成された説明">
            <a:extLst>
              <a:ext uri="{FF2B5EF4-FFF2-40B4-BE49-F238E27FC236}">
                <a16:creationId xmlns:a16="http://schemas.microsoft.com/office/drawing/2014/main" id="{BD33C4A3-09A7-496A-862E-05773549A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188" y="1268255"/>
            <a:ext cx="1440000" cy="1440000"/>
          </a:xfrm>
          <a:prstGeom prst="rect">
            <a:avLst/>
          </a:prstGeom>
        </p:spPr>
      </p:pic>
      <p:pic>
        <p:nvPicPr>
          <p:cNvPr id="6" name="図 5" descr="雪の上を飛ぶ飛行機の白黒写真&#10;&#10;自動的に生成された説明">
            <a:extLst>
              <a:ext uri="{FF2B5EF4-FFF2-40B4-BE49-F238E27FC236}">
                <a16:creationId xmlns:a16="http://schemas.microsoft.com/office/drawing/2014/main" id="{D42C3336-1F4B-4E93-89FB-1FA779D72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2027" y="1268255"/>
            <a:ext cx="1440000" cy="1440000"/>
          </a:xfrm>
          <a:prstGeom prst="rect">
            <a:avLst/>
          </a:prstGeom>
        </p:spPr>
      </p:pic>
      <p:sp>
        <p:nvSpPr>
          <p:cNvPr id="13" name="テキスト ボックス 12">
            <a:extLst>
              <a:ext uri="{FF2B5EF4-FFF2-40B4-BE49-F238E27FC236}">
                <a16:creationId xmlns:a16="http://schemas.microsoft.com/office/drawing/2014/main" id="{5CD1B58E-C7D6-4815-B16B-C673E8D15A24}"/>
              </a:ext>
            </a:extLst>
          </p:cNvPr>
          <p:cNvSpPr txBox="1"/>
          <p:nvPr/>
        </p:nvSpPr>
        <p:spPr>
          <a:xfrm>
            <a:off x="2581786" y="2727466"/>
            <a:ext cx="894803"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元画像</a:t>
            </a:r>
          </a:p>
        </p:txBody>
      </p:sp>
      <p:sp>
        <p:nvSpPr>
          <p:cNvPr id="14" name="テキスト ボックス 13">
            <a:extLst>
              <a:ext uri="{FF2B5EF4-FFF2-40B4-BE49-F238E27FC236}">
                <a16:creationId xmlns:a16="http://schemas.microsoft.com/office/drawing/2014/main" id="{2D4A92B3-DCCC-4B46-97BB-25298E7972BC}"/>
              </a:ext>
            </a:extLst>
          </p:cNvPr>
          <p:cNvSpPr txBox="1"/>
          <p:nvPr/>
        </p:nvSpPr>
        <p:spPr>
          <a:xfrm>
            <a:off x="5103133" y="2727466"/>
            <a:ext cx="1577788" cy="369332"/>
          </a:xfrm>
          <a:prstGeom prst="rect">
            <a:avLst/>
          </a:prstGeom>
          <a:noFill/>
        </p:spPr>
        <p:txBody>
          <a:bodyPr wrap="square" rtlCol="0">
            <a:spAutoFit/>
          </a:bodyPr>
          <a:lstStyle/>
          <a:p>
            <a:pPr algn="ctr"/>
            <a:r>
              <a:rPr kumimoji="1" lang="ja-JP" altLang="en-US" b="0" dirty="0">
                <a:latin typeface="メイリオ" panose="020B0604030504040204" pitchFamily="50" charset="-128"/>
                <a:ea typeface="メイリオ" panose="020B0604030504040204" pitchFamily="50" charset="-128"/>
              </a:rPr>
              <a:t>参考画像</a:t>
            </a:r>
          </a:p>
        </p:txBody>
      </p:sp>
      <p:pic>
        <p:nvPicPr>
          <p:cNvPr id="12" name="図 11" descr="携帯電話を耳に当てている女性の白黒写真&#10;&#10;中程度の精度で自動的に生成された説明">
            <a:extLst>
              <a:ext uri="{FF2B5EF4-FFF2-40B4-BE49-F238E27FC236}">
                <a16:creationId xmlns:a16="http://schemas.microsoft.com/office/drawing/2014/main" id="{372A704C-1F7C-4CD0-9BEE-D1477C416A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001" y="4477620"/>
            <a:ext cx="1080000" cy="1080000"/>
          </a:xfrm>
          <a:prstGeom prst="rect">
            <a:avLst/>
          </a:prstGeom>
        </p:spPr>
      </p:pic>
      <p:sp>
        <p:nvSpPr>
          <p:cNvPr id="16" name="テキスト ボックス 15">
            <a:extLst>
              <a:ext uri="{FF2B5EF4-FFF2-40B4-BE49-F238E27FC236}">
                <a16:creationId xmlns:a16="http://schemas.microsoft.com/office/drawing/2014/main" id="{31FF3AC4-9294-4409-95E3-1B836F04065D}"/>
              </a:ext>
            </a:extLst>
          </p:cNvPr>
          <p:cNvSpPr txBox="1"/>
          <p:nvPr/>
        </p:nvSpPr>
        <p:spPr>
          <a:xfrm>
            <a:off x="543599" y="5573509"/>
            <a:ext cx="894803"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元画像</a:t>
            </a:r>
          </a:p>
        </p:txBody>
      </p:sp>
      <p:sp>
        <p:nvSpPr>
          <p:cNvPr id="43" name="楕円 42">
            <a:extLst>
              <a:ext uri="{FF2B5EF4-FFF2-40B4-BE49-F238E27FC236}">
                <a16:creationId xmlns:a16="http://schemas.microsoft.com/office/drawing/2014/main" id="{887F45E2-D6BB-4739-8B4C-498A4ABCFD3B}"/>
              </a:ext>
            </a:extLst>
          </p:cNvPr>
          <p:cNvSpPr/>
          <p:nvPr/>
        </p:nvSpPr>
        <p:spPr bwMode="auto">
          <a:xfrm>
            <a:off x="467933" y="4485565"/>
            <a:ext cx="72000" cy="72000"/>
          </a:xfrm>
          <a:prstGeom prst="ellipse">
            <a:avLst/>
          </a:prstGeom>
          <a:solidFill>
            <a:schemeClr val="accent6">
              <a:lumMod val="60000"/>
              <a:lumOff val="40000"/>
            </a:schemeClr>
          </a:solid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cxnSp>
        <p:nvCxnSpPr>
          <p:cNvPr id="45" name="直線コネクタ 44">
            <a:extLst>
              <a:ext uri="{FF2B5EF4-FFF2-40B4-BE49-F238E27FC236}">
                <a16:creationId xmlns:a16="http://schemas.microsoft.com/office/drawing/2014/main" id="{5F06D967-9EB2-491C-B9DB-A14AEC3990B1}"/>
              </a:ext>
            </a:extLst>
          </p:cNvPr>
          <p:cNvCxnSpPr>
            <a:cxnSpLocks/>
          </p:cNvCxnSpPr>
          <p:nvPr/>
        </p:nvCxnSpPr>
        <p:spPr bwMode="auto">
          <a:xfrm flipV="1">
            <a:off x="523001" y="4148532"/>
            <a:ext cx="1295851" cy="371822"/>
          </a:xfrm>
          <a:prstGeom prst="line">
            <a:avLst/>
          </a:prstGeom>
          <a:ln w="19050">
            <a:solidFill>
              <a:schemeClr val="accent6">
                <a:lumMod val="60000"/>
                <a:lumOff val="4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B0254476-710D-4C04-A41F-2A5F213E3B27}"/>
              </a:ext>
            </a:extLst>
          </p:cNvPr>
          <p:cNvCxnSpPr>
            <a:cxnSpLocks/>
            <a:stCxn id="43" idx="6"/>
          </p:cNvCxnSpPr>
          <p:nvPr/>
        </p:nvCxnSpPr>
        <p:spPr bwMode="auto">
          <a:xfrm>
            <a:off x="539933" y="4521565"/>
            <a:ext cx="1295851" cy="1134187"/>
          </a:xfrm>
          <a:prstGeom prst="line">
            <a:avLst/>
          </a:prstGeom>
          <a:ln w="19050">
            <a:solidFill>
              <a:schemeClr val="accent6">
                <a:lumMod val="60000"/>
                <a:lumOff val="4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5" name="グループ化 4">
            <a:extLst>
              <a:ext uri="{FF2B5EF4-FFF2-40B4-BE49-F238E27FC236}">
                <a16:creationId xmlns:a16="http://schemas.microsoft.com/office/drawing/2014/main" id="{ED8B606C-5345-0F3C-8D8A-0939F8620B28}"/>
              </a:ext>
            </a:extLst>
          </p:cNvPr>
          <p:cNvGrpSpPr/>
          <p:nvPr/>
        </p:nvGrpSpPr>
        <p:grpSpPr>
          <a:xfrm>
            <a:off x="1807687" y="4148532"/>
            <a:ext cx="1548198" cy="1507220"/>
            <a:chOff x="1807687" y="4148532"/>
            <a:chExt cx="1548198" cy="1507220"/>
          </a:xfrm>
        </p:grpSpPr>
        <p:grpSp>
          <p:nvGrpSpPr>
            <p:cNvPr id="42" name="グループ化 41">
              <a:extLst>
                <a:ext uri="{FF2B5EF4-FFF2-40B4-BE49-F238E27FC236}">
                  <a16:creationId xmlns:a16="http://schemas.microsoft.com/office/drawing/2014/main" id="{D4679E54-EDC3-4CB7-BC12-58F927FEC3F3}"/>
                </a:ext>
              </a:extLst>
            </p:cNvPr>
            <p:cNvGrpSpPr/>
            <p:nvPr/>
          </p:nvGrpSpPr>
          <p:grpSpPr>
            <a:xfrm>
              <a:off x="1818852" y="4148532"/>
              <a:ext cx="1512000" cy="1507220"/>
              <a:chOff x="2057188" y="4113587"/>
              <a:chExt cx="1512000" cy="1507220"/>
            </a:xfrm>
            <a:solidFill>
              <a:schemeClr val="accent6">
                <a:lumMod val="60000"/>
                <a:lumOff val="40000"/>
              </a:schemeClr>
            </a:solidFill>
          </p:grpSpPr>
          <p:sp>
            <p:nvSpPr>
              <p:cNvPr id="11" name="テキスト ボックス 10">
                <a:extLst>
                  <a:ext uri="{FF2B5EF4-FFF2-40B4-BE49-F238E27FC236}">
                    <a16:creationId xmlns:a16="http://schemas.microsoft.com/office/drawing/2014/main" id="{A6E5961B-7AA0-4640-AE37-4E5138F28108}"/>
                  </a:ext>
                </a:extLst>
              </p:cNvPr>
              <p:cNvSpPr txBox="1"/>
              <p:nvPr/>
            </p:nvSpPr>
            <p:spPr>
              <a:xfrm>
                <a:off x="2057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4" name="テキスト ボックス 33">
                <a:extLst>
                  <a:ext uri="{FF2B5EF4-FFF2-40B4-BE49-F238E27FC236}">
                    <a16:creationId xmlns:a16="http://schemas.microsoft.com/office/drawing/2014/main" id="{6F604EF3-7229-474A-81D7-325CBCC0B222}"/>
                  </a:ext>
                </a:extLst>
              </p:cNvPr>
              <p:cNvSpPr txBox="1"/>
              <p:nvPr/>
            </p:nvSpPr>
            <p:spPr>
              <a:xfrm>
                <a:off x="3065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5" name="テキスト ボックス 34">
                <a:extLst>
                  <a:ext uri="{FF2B5EF4-FFF2-40B4-BE49-F238E27FC236}">
                    <a16:creationId xmlns:a16="http://schemas.microsoft.com/office/drawing/2014/main" id="{4F879607-ABF0-43B6-93CC-A2B3C4516AEF}"/>
                  </a:ext>
                </a:extLst>
              </p:cNvPr>
              <p:cNvSpPr txBox="1"/>
              <p:nvPr/>
            </p:nvSpPr>
            <p:spPr>
              <a:xfrm>
                <a:off x="2561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6" name="テキスト ボックス 35">
                <a:extLst>
                  <a:ext uri="{FF2B5EF4-FFF2-40B4-BE49-F238E27FC236}">
                    <a16:creationId xmlns:a16="http://schemas.microsoft.com/office/drawing/2014/main" id="{1C52619A-F426-43B6-9E33-D7D080129D38}"/>
                  </a:ext>
                </a:extLst>
              </p:cNvPr>
              <p:cNvSpPr txBox="1"/>
              <p:nvPr/>
            </p:nvSpPr>
            <p:spPr>
              <a:xfrm>
                <a:off x="2057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7" name="テキスト ボックス 36">
                <a:extLst>
                  <a:ext uri="{FF2B5EF4-FFF2-40B4-BE49-F238E27FC236}">
                    <a16:creationId xmlns:a16="http://schemas.microsoft.com/office/drawing/2014/main" id="{6041A12C-2C9D-4B95-9F22-C35215013E02}"/>
                  </a:ext>
                </a:extLst>
              </p:cNvPr>
              <p:cNvSpPr txBox="1"/>
              <p:nvPr/>
            </p:nvSpPr>
            <p:spPr>
              <a:xfrm>
                <a:off x="3065188" y="4616911"/>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8" name="テキスト ボックス 37">
                <a:extLst>
                  <a:ext uri="{FF2B5EF4-FFF2-40B4-BE49-F238E27FC236}">
                    <a16:creationId xmlns:a16="http://schemas.microsoft.com/office/drawing/2014/main" id="{EBE6BDD8-940F-44CB-AA4A-5A77F80AD7B2}"/>
                  </a:ext>
                </a:extLst>
              </p:cNvPr>
              <p:cNvSpPr txBox="1"/>
              <p:nvPr/>
            </p:nvSpPr>
            <p:spPr>
              <a:xfrm>
                <a:off x="2561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9" name="テキスト ボックス 38">
                <a:extLst>
                  <a:ext uri="{FF2B5EF4-FFF2-40B4-BE49-F238E27FC236}">
                    <a16:creationId xmlns:a16="http://schemas.microsoft.com/office/drawing/2014/main" id="{494950F6-F589-4030-AFBE-ABE0EA37AB03}"/>
                  </a:ext>
                </a:extLst>
              </p:cNvPr>
              <p:cNvSpPr txBox="1"/>
              <p:nvPr/>
            </p:nvSpPr>
            <p:spPr>
              <a:xfrm>
                <a:off x="2057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40" name="テキスト ボックス 39">
                <a:extLst>
                  <a:ext uri="{FF2B5EF4-FFF2-40B4-BE49-F238E27FC236}">
                    <a16:creationId xmlns:a16="http://schemas.microsoft.com/office/drawing/2014/main" id="{B70A5179-509F-44A4-9534-E367B999619D}"/>
                  </a:ext>
                </a:extLst>
              </p:cNvPr>
              <p:cNvSpPr txBox="1"/>
              <p:nvPr/>
            </p:nvSpPr>
            <p:spPr>
              <a:xfrm>
                <a:off x="3065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41" name="テキスト ボックス 40">
                <a:extLst>
                  <a:ext uri="{FF2B5EF4-FFF2-40B4-BE49-F238E27FC236}">
                    <a16:creationId xmlns:a16="http://schemas.microsoft.com/office/drawing/2014/main" id="{C4B7E14F-E2B3-4E61-9F43-BBCDD35A1CDB}"/>
                  </a:ext>
                </a:extLst>
              </p:cNvPr>
              <p:cNvSpPr txBox="1"/>
              <p:nvPr/>
            </p:nvSpPr>
            <p:spPr>
              <a:xfrm>
                <a:off x="2561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sp>
          <p:nvSpPr>
            <p:cNvPr id="52" name="テキスト ボックス 51">
              <a:extLst>
                <a:ext uri="{FF2B5EF4-FFF2-40B4-BE49-F238E27FC236}">
                  <a16:creationId xmlns:a16="http://schemas.microsoft.com/office/drawing/2014/main" id="{9E279351-FA13-491A-8A99-3100C5B6D6BD}"/>
                </a:ext>
              </a:extLst>
            </p:cNvPr>
            <p:cNvSpPr txBox="1"/>
            <p:nvPr/>
          </p:nvSpPr>
          <p:spPr>
            <a:xfrm>
              <a:off x="1809887" y="420494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200</a:t>
              </a:r>
              <a:endParaRPr kumimoji="1" lang="ja-JP" altLang="en-US" b="0" dirty="0">
                <a:latin typeface="Trebuchet MS" panose="020B0603020202020204" pitchFamily="34" charset="0"/>
              </a:endParaRPr>
            </a:p>
          </p:txBody>
        </p:sp>
        <p:sp>
          <p:nvSpPr>
            <p:cNvPr id="54" name="テキスト ボックス 53">
              <a:extLst>
                <a:ext uri="{FF2B5EF4-FFF2-40B4-BE49-F238E27FC236}">
                  <a16:creationId xmlns:a16="http://schemas.microsoft.com/office/drawing/2014/main" id="{63A123E5-FE77-40E8-8382-484ADA0248FF}"/>
                </a:ext>
              </a:extLst>
            </p:cNvPr>
            <p:cNvSpPr txBox="1"/>
            <p:nvPr/>
          </p:nvSpPr>
          <p:spPr>
            <a:xfrm>
              <a:off x="2296946" y="420494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55" name="テキスト ボックス 54">
              <a:extLst>
                <a:ext uri="{FF2B5EF4-FFF2-40B4-BE49-F238E27FC236}">
                  <a16:creationId xmlns:a16="http://schemas.microsoft.com/office/drawing/2014/main" id="{F7518864-DC45-4E13-9147-537199DB1E3A}"/>
                </a:ext>
              </a:extLst>
            </p:cNvPr>
            <p:cNvSpPr txBox="1"/>
            <p:nvPr/>
          </p:nvSpPr>
          <p:spPr>
            <a:xfrm>
              <a:off x="2793521" y="4212893"/>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120</a:t>
              </a:r>
              <a:endParaRPr kumimoji="1" lang="ja-JP" altLang="en-US" b="0" dirty="0">
                <a:latin typeface="Trebuchet MS" panose="020B0603020202020204" pitchFamily="34" charset="0"/>
              </a:endParaRPr>
            </a:p>
          </p:txBody>
        </p:sp>
        <p:sp>
          <p:nvSpPr>
            <p:cNvPr id="56" name="テキスト ボックス 55">
              <a:extLst>
                <a:ext uri="{FF2B5EF4-FFF2-40B4-BE49-F238E27FC236}">
                  <a16:creationId xmlns:a16="http://schemas.microsoft.com/office/drawing/2014/main" id="{B4CFC811-B494-49E6-8D3A-C57B30B27319}"/>
                </a:ext>
              </a:extLst>
            </p:cNvPr>
            <p:cNvSpPr txBox="1"/>
            <p:nvPr/>
          </p:nvSpPr>
          <p:spPr>
            <a:xfrm>
              <a:off x="2783263" y="4707576"/>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57" name="テキスト ボックス 56">
              <a:extLst>
                <a:ext uri="{FF2B5EF4-FFF2-40B4-BE49-F238E27FC236}">
                  <a16:creationId xmlns:a16="http://schemas.microsoft.com/office/drawing/2014/main" id="{E5864AE0-BA3F-4F6B-8D8B-866B4B711562}"/>
                </a:ext>
              </a:extLst>
            </p:cNvPr>
            <p:cNvSpPr txBox="1"/>
            <p:nvPr/>
          </p:nvSpPr>
          <p:spPr>
            <a:xfrm>
              <a:off x="2296946" y="4717718"/>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50</a:t>
              </a:r>
              <a:endParaRPr kumimoji="1" lang="ja-JP" altLang="en-US" b="0" dirty="0">
                <a:latin typeface="Trebuchet MS" panose="020B0603020202020204" pitchFamily="34" charset="0"/>
              </a:endParaRPr>
            </a:p>
          </p:txBody>
        </p:sp>
        <p:sp>
          <p:nvSpPr>
            <p:cNvPr id="58" name="テキスト ボックス 57">
              <a:extLst>
                <a:ext uri="{FF2B5EF4-FFF2-40B4-BE49-F238E27FC236}">
                  <a16:creationId xmlns:a16="http://schemas.microsoft.com/office/drawing/2014/main" id="{AD9A83BD-BEBC-449A-8D70-C32676D2E1FC}"/>
                </a:ext>
              </a:extLst>
            </p:cNvPr>
            <p:cNvSpPr txBox="1"/>
            <p:nvPr/>
          </p:nvSpPr>
          <p:spPr>
            <a:xfrm>
              <a:off x="1818852" y="4707576"/>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210</a:t>
              </a:r>
              <a:endParaRPr kumimoji="1" lang="ja-JP" altLang="en-US" b="0" dirty="0">
                <a:latin typeface="Trebuchet MS" panose="020B0603020202020204" pitchFamily="34" charset="0"/>
              </a:endParaRPr>
            </a:p>
          </p:txBody>
        </p:sp>
        <p:sp>
          <p:nvSpPr>
            <p:cNvPr id="59" name="テキスト ボックス 58">
              <a:extLst>
                <a:ext uri="{FF2B5EF4-FFF2-40B4-BE49-F238E27FC236}">
                  <a16:creationId xmlns:a16="http://schemas.microsoft.com/office/drawing/2014/main" id="{AB32767D-8024-4CBC-BEA1-86174E89EFD5}"/>
                </a:ext>
              </a:extLst>
            </p:cNvPr>
            <p:cNvSpPr txBox="1"/>
            <p:nvPr/>
          </p:nvSpPr>
          <p:spPr>
            <a:xfrm>
              <a:off x="1807687" y="5219086"/>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60" name="テキスト ボックス 59">
              <a:extLst>
                <a:ext uri="{FF2B5EF4-FFF2-40B4-BE49-F238E27FC236}">
                  <a16:creationId xmlns:a16="http://schemas.microsoft.com/office/drawing/2014/main" id="{987C9430-D131-4A06-A051-F5097C78B37E}"/>
                </a:ext>
              </a:extLst>
            </p:cNvPr>
            <p:cNvSpPr txBox="1"/>
            <p:nvPr/>
          </p:nvSpPr>
          <p:spPr>
            <a:xfrm>
              <a:off x="2311687" y="522688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255</a:t>
              </a:r>
              <a:endParaRPr kumimoji="1" lang="ja-JP" altLang="en-US" b="0" dirty="0">
                <a:latin typeface="Trebuchet MS" panose="020B0603020202020204" pitchFamily="34" charset="0"/>
              </a:endParaRPr>
            </a:p>
          </p:txBody>
        </p:sp>
        <p:sp>
          <p:nvSpPr>
            <p:cNvPr id="61" name="テキスト ボックス 60">
              <a:extLst>
                <a:ext uri="{FF2B5EF4-FFF2-40B4-BE49-F238E27FC236}">
                  <a16:creationId xmlns:a16="http://schemas.microsoft.com/office/drawing/2014/main" id="{4213D54A-3569-4E4A-AAA5-B159CA12D04A}"/>
                </a:ext>
              </a:extLst>
            </p:cNvPr>
            <p:cNvSpPr txBox="1"/>
            <p:nvPr/>
          </p:nvSpPr>
          <p:spPr>
            <a:xfrm>
              <a:off x="2800073" y="5225901"/>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165</a:t>
              </a:r>
              <a:endParaRPr kumimoji="1" lang="ja-JP" altLang="en-US" b="0" dirty="0">
                <a:latin typeface="Trebuchet MS" panose="020B0603020202020204" pitchFamily="34" charset="0"/>
              </a:endParaRPr>
            </a:p>
          </p:txBody>
        </p:sp>
      </p:grpSp>
      <p:grpSp>
        <p:nvGrpSpPr>
          <p:cNvPr id="7" name="グループ化 6">
            <a:extLst>
              <a:ext uri="{FF2B5EF4-FFF2-40B4-BE49-F238E27FC236}">
                <a16:creationId xmlns:a16="http://schemas.microsoft.com/office/drawing/2014/main" id="{B4E25F20-0FCA-7424-CAFB-0F8FEE70089E}"/>
              </a:ext>
            </a:extLst>
          </p:cNvPr>
          <p:cNvGrpSpPr/>
          <p:nvPr/>
        </p:nvGrpSpPr>
        <p:grpSpPr>
          <a:xfrm>
            <a:off x="4183344" y="3907027"/>
            <a:ext cx="4523446" cy="504000"/>
            <a:chOff x="4183344" y="3907027"/>
            <a:chExt cx="4523446" cy="504000"/>
          </a:xfrm>
        </p:grpSpPr>
        <p:sp>
          <p:nvSpPr>
            <p:cNvPr id="88" name="テキスト ボックス 87">
              <a:extLst>
                <a:ext uri="{FF2B5EF4-FFF2-40B4-BE49-F238E27FC236}">
                  <a16:creationId xmlns:a16="http://schemas.microsoft.com/office/drawing/2014/main" id="{CA070871-FFA0-4DB2-B8AE-75DE4FEC7047}"/>
                </a:ext>
              </a:extLst>
            </p:cNvPr>
            <p:cNvSpPr txBox="1"/>
            <p:nvPr/>
          </p:nvSpPr>
          <p:spPr>
            <a:xfrm>
              <a:off x="4183344"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89" name="テキスト ボックス 88">
              <a:extLst>
                <a:ext uri="{FF2B5EF4-FFF2-40B4-BE49-F238E27FC236}">
                  <a16:creationId xmlns:a16="http://schemas.microsoft.com/office/drawing/2014/main" id="{A166CC96-32DD-4D3B-AF93-D121A983D2D7}"/>
                </a:ext>
              </a:extLst>
            </p:cNvPr>
            <p:cNvSpPr txBox="1"/>
            <p:nvPr/>
          </p:nvSpPr>
          <p:spPr>
            <a:xfrm>
              <a:off x="8202790"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0" name="テキスト ボックス 89">
              <a:extLst>
                <a:ext uri="{FF2B5EF4-FFF2-40B4-BE49-F238E27FC236}">
                  <a16:creationId xmlns:a16="http://schemas.microsoft.com/office/drawing/2014/main" id="{3F2FD53B-B3FC-4B3F-AB0D-1D40B228E046}"/>
                </a:ext>
              </a:extLst>
            </p:cNvPr>
            <p:cNvSpPr txBox="1"/>
            <p:nvPr/>
          </p:nvSpPr>
          <p:spPr>
            <a:xfrm>
              <a:off x="7698790"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1" name="テキスト ボックス 90">
              <a:extLst>
                <a:ext uri="{FF2B5EF4-FFF2-40B4-BE49-F238E27FC236}">
                  <a16:creationId xmlns:a16="http://schemas.microsoft.com/office/drawing/2014/main" id="{A441C0DE-680E-415A-BD16-8410BEB414B7}"/>
                </a:ext>
              </a:extLst>
            </p:cNvPr>
            <p:cNvSpPr txBox="1"/>
            <p:nvPr/>
          </p:nvSpPr>
          <p:spPr>
            <a:xfrm>
              <a:off x="7194790"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2" name="テキスト ボックス 91">
              <a:extLst>
                <a:ext uri="{FF2B5EF4-FFF2-40B4-BE49-F238E27FC236}">
                  <a16:creationId xmlns:a16="http://schemas.microsoft.com/office/drawing/2014/main" id="{00F7F5D6-78A9-46E7-8B40-8768C14A0D45}"/>
                </a:ext>
              </a:extLst>
            </p:cNvPr>
            <p:cNvSpPr txBox="1"/>
            <p:nvPr/>
          </p:nvSpPr>
          <p:spPr>
            <a:xfrm>
              <a:off x="6697438"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3" name="テキスト ボックス 92">
              <a:extLst>
                <a:ext uri="{FF2B5EF4-FFF2-40B4-BE49-F238E27FC236}">
                  <a16:creationId xmlns:a16="http://schemas.microsoft.com/office/drawing/2014/main" id="{4827CE3F-ADC3-4FAC-8FDB-AF33252D5441}"/>
                </a:ext>
              </a:extLst>
            </p:cNvPr>
            <p:cNvSpPr txBox="1"/>
            <p:nvPr/>
          </p:nvSpPr>
          <p:spPr>
            <a:xfrm>
              <a:off x="6193438"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4" name="テキスト ボックス 93">
              <a:extLst>
                <a:ext uri="{FF2B5EF4-FFF2-40B4-BE49-F238E27FC236}">
                  <a16:creationId xmlns:a16="http://schemas.microsoft.com/office/drawing/2014/main" id="{3046A49B-035B-4B49-B95B-DD077E2BE279}"/>
                </a:ext>
              </a:extLst>
            </p:cNvPr>
            <p:cNvSpPr txBox="1"/>
            <p:nvPr/>
          </p:nvSpPr>
          <p:spPr>
            <a:xfrm>
              <a:off x="5689438"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5" name="テキスト ボックス 94">
              <a:extLst>
                <a:ext uri="{FF2B5EF4-FFF2-40B4-BE49-F238E27FC236}">
                  <a16:creationId xmlns:a16="http://schemas.microsoft.com/office/drawing/2014/main" id="{3EF2D7C6-FE9E-466C-A68E-A7108AFA5D1C}"/>
                </a:ext>
              </a:extLst>
            </p:cNvPr>
            <p:cNvSpPr txBox="1"/>
            <p:nvPr/>
          </p:nvSpPr>
          <p:spPr>
            <a:xfrm>
              <a:off x="5191344"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96" name="テキスト ボックス 95">
              <a:extLst>
                <a:ext uri="{FF2B5EF4-FFF2-40B4-BE49-F238E27FC236}">
                  <a16:creationId xmlns:a16="http://schemas.microsoft.com/office/drawing/2014/main" id="{3A79D7D0-03A8-4666-B234-BDE38A4E82E9}"/>
                </a:ext>
              </a:extLst>
            </p:cNvPr>
            <p:cNvSpPr txBox="1"/>
            <p:nvPr/>
          </p:nvSpPr>
          <p:spPr>
            <a:xfrm>
              <a:off x="4687344" y="3907027"/>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grpSp>
        <p:nvGrpSpPr>
          <p:cNvPr id="9" name="グループ化 8">
            <a:extLst>
              <a:ext uri="{FF2B5EF4-FFF2-40B4-BE49-F238E27FC236}">
                <a16:creationId xmlns:a16="http://schemas.microsoft.com/office/drawing/2014/main" id="{235D0CE6-ACFA-1EDC-D6B6-B0B6E1BF9C36}"/>
              </a:ext>
            </a:extLst>
          </p:cNvPr>
          <p:cNvGrpSpPr/>
          <p:nvPr/>
        </p:nvGrpSpPr>
        <p:grpSpPr>
          <a:xfrm>
            <a:off x="4174379" y="3974361"/>
            <a:ext cx="4564952" cy="369332"/>
            <a:chOff x="4174379" y="3954652"/>
            <a:chExt cx="4564952" cy="369332"/>
          </a:xfrm>
        </p:grpSpPr>
        <p:sp>
          <p:nvSpPr>
            <p:cNvPr id="79" name="テキスト ボックス 78">
              <a:extLst>
                <a:ext uri="{FF2B5EF4-FFF2-40B4-BE49-F238E27FC236}">
                  <a16:creationId xmlns:a16="http://schemas.microsoft.com/office/drawing/2014/main" id="{623B0E3E-522C-4084-8E35-7177051E9441}"/>
                </a:ext>
              </a:extLst>
            </p:cNvPr>
            <p:cNvSpPr txBox="1"/>
            <p:nvPr/>
          </p:nvSpPr>
          <p:spPr>
            <a:xfrm>
              <a:off x="4174379"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200</a:t>
              </a:r>
              <a:endParaRPr kumimoji="1" lang="ja-JP" altLang="en-US" b="0" dirty="0">
                <a:latin typeface="Trebuchet MS" panose="020B0603020202020204" pitchFamily="34" charset="0"/>
              </a:endParaRPr>
            </a:p>
          </p:txBody>
        </p:sp>
        <p:sp>
          <p:nvSpPr>
            <p:cNvPr id="80" name="テキスト ボックス 79">
              <a:extLst>
                <a:ext uri="{FF2B5EF4-FFF2-40B4-BE49-F238E27FC236}">
                  <a16:creationId xmlns:a16="http://schemas.microsoft.com/office/drawing/2014/main" id="{C38FDECA-B9D5-4E92-9331-3BC5AF9C58D5}"/>
                </a:ext>
              </a:extLst>
            </p:cNvPr>
            <p:cNvSpPr txBox="1"/>
            <p:nvPr/>
          </p:nvSpPr>
          <p:spPr>
            <a:xfrm>
              <a:off x="4661438"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81" name="テキスト ボックス 80">
              <a:extLst>
                <a:ext uri="{FF2B5EF4-FFF2-40B4-BE49-F238E27FC236}">
                  <a16:creationId xmlns:a16="http://schemas.microsoft.com/office/drawing/2014/main" id="{405489A5-F437-423E-B7D4-433D50B3F273}"/>
                </a:ext>
              </a:extLst>
            </p:cNvPr>
            <p:cNvSpPr txBox="1"/>
            <p:nvPr/>
          </p:nvSpPr>
          <p:spPr>
            <a:xfrm>
              <a:off x="5158013"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120</a:t>
              </a:r>
              <a:endParaRPr kumimoji="1" lang="ja-JP" altLang="en-US" b="0" dirty="0">
                <a:latin typeface="Trebuchet MS" panose="020B0603020202020204" pitchFamily="34" charset="0"/>
              </a:endParaRPr>
            </a:p>
          </p:txBody>
        </p:sp>
        <p:sp>
          <p:nvSpPr>
            <p:cNvPr id="82" name="テキスト ボックス 81">
              <a:extLst>
                <a:ext uri="{FF2B5EF4-FFF2-40B4-BE49-F238E27FC236}">
                  <a16:creationId xmlns:a16="http://schemas.microsoft.com/office/drawing/2014/main" id="{215FAF60-6D01-42A2-AFBC-53C1A5907E86}"/>
                </a:ext>
              </a:extLst>
            </p:cNvPr>
            <p:cNvSpPr txBox="1"/>
            <p:nvPr/>
          </p:nvSpPr>
          <p:spPr>
            <a:xfrm>
              <a:off x="6653849"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83" name="テキスト ボックス 82">
              <a:extLst>
                <a:ext uri="{FF2B5EF4-FFF2-40B4-BE49-F238E27FC236}">
                  <a16:creationId xmlns:a16="http://schemas.microsoft.com/office/drawing/2014/main" id="{76E3EEF6-4119-4625-9167-D215CDCA36FE}"/>
                </a:ext>
              </a:extLst>
            </p:cNvPr>
            <p:cNvSpPr txBox="1"/>
            <p:nvPr/>
          </p:nvSpPr>
          <p:spPr>
            <a:xfrm>
              <a:off x="6167532"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50</a:t>
              </a:r>
              <a:endParaRPr kumimoji="1" lang="ja-JP" altLang="en-US" b="0" dirty="0">
                <a:latin typeface="Trebuchet MS" panose="020B0603020202020204" pitchFamily="34" charset="0"/>
              </a:endParaRPr>
            </a:p>
          </p:txBody>
        </p:sp>
        <p:sp>
          <p:nvSpPr>
            <p:cNvPr id="84" name="テキスト ボックス 83">
              <a:extLst>
                <a:ext uri="{FF2B5EF4-FFF2-40B4-BE49-F238E27FC236}">
                  <a16:creationId xmlns:a16="http://schemas.microsoft.com/office/drawing/2014/main" id="{33210F2C-5DE1-499A-98C3-0A10069941BE}"/>
                </a:ext>
              </a:extLst>
            </p:cNvPr>
            <p:cNvSpPr txBox="1"/>
            <p:nvPr/>
          </p:nvSpPr>
          <p:spPr>
            <a:xfrm>
              <a:off x="5689438"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210</a:t>
              </a:r>
              <a:endParaRPr kumimoji="1" lang="ja-JP" altLang="en-US" b="0" dirty="0">
                <a:latin typeface="Trebuchet MS" panose="020B0603020202020204" pitchFamily="34" charset="0"/>
              </a:endParaRPr>
            </a:p>
          </p:txBody>
        </p:sp>
        <p:sp>
          <p:nvSpPr>
            <p:cNvPr id="85" name="テキスト ボックス 84">
              <a:extLst>
                <a:ext uri="{FF2B5EF4-FFF2-40B4-BE49-F238E27FC236}">
                  <a16:creationId xmlns:a16="http://schemas.microsoft.com/office/drawing/2014/main" id="{8E6B114D-E00D-4472-BE84-FB8766AA11C2}"/>
                </a:ext>
              </a:extLst>
            </p:cNvPr>
            <p:cNvSpPr txBox="1"/>
            <p:nvPr/>
          </p:nvSpPr>
          <p:spPr>
            <a:xfrm>
              <a:off x="7192590"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86" name="テキスト ボックス 85">
              <a:extLst>
                <a:ext uri="{FF2B5EF4-FFF2-40B4-BE49-F238E27FC236}">
                  <a16:creationId xmlns:a16="http://schemas.microsoft.com/office/drawing/2014/main" id="{8B70C392-E1BD-4194-8EC9-BA15094309BA}"/>
                </a:ext>
              </a:extLst>
            </p:cNvPr>
            <p:cNvSpPr txBox="1"/>
            <p:nvPr/>
          </p:nvSpPr>
          <p:spPr>
            <a:xfrm>
              <a:off x="7696590" y="395465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255</a:t>
              </a:r>
              <a:endParaRPr kumimoji="1" lang="ja-JP" altLang="en-US" b="0" dirty="0">
                <a:latin typeface="Trebuchet MS" panose="020B0603020202020204" pitchFamily="34" charset="0"/>
              </a:endParaRPr>
            </a:p>
          </p:txBody>
        </p:sp>
        <p:sp>
          <p:nvSpPr>
            <p:cNvPr id="87" name="テキスト ボックス 86">
              <a:extLst>
                <a:ext uri="{FF2B5EF4-FFF2-40B4-BE49-F238E27FC236}">
                  <a16:creationId xmlns:a16="http://schemas.microsoft.com/office/drawing/2014/main" id="{E2490CDB-887E-4CE1-B6F1-C2E1A3B1D8A9}"/>
                </a:ext>
              </a:extLst>
            </p:cNvPr>
            <p:cNvSpPr txBox="1"/>
            <p:nvPr/>
          </p:nvSpPr>
          <p:spPr>
            <a:xfrm>
              <a:off x="8184976" y="3954652"/>
              <a:ext cx="554355"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165</a:t>
              </a:r>
              <a:endParaRPr kumimoji="1" lang="ja-JP" altLang="en-US" b="0" dirty="0">
                <a:latin typeface="Trebuchet MS" panose="020B0603020202020204" pitchFamily="34" charset="0"/>
              </a:endParaRPr>
            </a:p>
          </p:txBody>
        </p:sp>
      </p:grpSp>
      <p:grpSp>
        <p:nvGrpSpPr>
          <p:cNvPr id="8" name="グループ化 7">
            <a:extLst>
              <a:ext uri="{FF2B5EF4-FFF2-40B4-BE49-F238E27FC236}">
                <a16:creationId xmlns:a16="http://schemas.microsoft.com/office/drawing/2014/main" id="{5807478E-78CA-93FF-961A-B0F25C1D7CDD}"/>
              </a:ext>
            </a:extLst>
          </p:cNvPr>
          <p:cNvGrpSpPr/>
          <p:nvPr/>
        </p:nvGrpSpPr>
        <p:grpSpPr>
          <a:xfrm>
            <a:off x="4183344" y="5557620"/>
            <a:ext cx="4523446" cy="504000"/>
            <a:chOff x="4183344" y="5557620"/>
            <a:chExt cx="4523446" cy="504000"/>
          </a:xfrm>
        </p:grpSpPr>
        <p:sp>
          <p:nvSpPr>
            <p:cNvPr id="99" name="テキスト ボックス 98">
              <a:extLst>
                <a:ext uri="{FF2B5EF4-FFF2-40B4-BE49-F238E27FC236}">
                  <a16:creationId xmlns:a16="http://schemas.microsoft.com/office/drawing/2014/main" id="{976799C9-C1C5-4A51-9CB4-AFDCCC803A5B}"/>
                </a:ext>
              </a:extLst>
            </p:cNvPr>
            <p:cNvSpPr txBox="1"/>
            <p:nvPr/>
          </p:nvSpPr>
          <p:spPr>
            <a:xfrm>
              <a:off x="4183344"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0" name="テキスト ボックス 99">
              <a:extLst>
                <a:ext uri="{FF2B5EF4-FFF2-40B4-BE49-F238E27FC236}">
                  <a16:creationId xmlns:a16="http://schemas.microsoft.com/office/drawing/2014/main" id="{76ADBF8B-2ED9-431D-BA37-BCDD792CFAB4}"/>
                </a:ext>
              </a:extLst>
            </p:cNvPr>
            <p:cNvSpPr txBox="1"/>
            <p:nvPr/>
          </p:nvSpPr>
          <p:spPr>
            <a:xfrm>
              <a:off x="8202790"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1" name="テキスト ボックス 100">
              <a:extLst>
                <a:ext uri="{FF2B5EF4-FFF2-40B4-BE49-F238E27FC236}">
                  <a16:creationId xmlns:a16="http://schemas.microsoft.com/office/drawing/2014/main" id="{F5904CF1-A1A3-40E2-8D79-32A96A9B7636}"/>
                </a:ext>
              </a:extLst>
            </p:cNvPr>
            <p:cNvSpPr txBox="1"/>
            <p:nvPr/>
          </p:nvSpPr>
          <p:spPr>
            <a:xfrm>
              <a:off x="7698790"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2" name="テキスト ボックス 101">
              <a:extLst>
                <a:ext uri="{FF2B5EF4-FFF2-40B4-BE49-F238E27FC236}">
                  <a16:creationId xmlns:a16="http://schemas.microsoft.com/office/drawing/2014/main" id="{349AADA1-4D68-470F-A2E7-2CC6E0B72271}"/>
                </a:ext>
              </a:extLst>
            </p:cNvPr>
            <p:cNvSpPr txBox="1"/>
            <p:nvPr/>
          </p:nvSpPr>
          <p:spPr>
            <a:xfrm>
              <a:off x="7194790"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3" name="テキスト ボックス 102">
              <a:extLst>
                <a:ext uri="{FF2B5EF4-FFF2-40B4-BE49-F238E27FC236}">
                  <a16:creationId xmlns:a16="http://schemas.microsoft.com/office/drawing/2014/main" id="{0D0620A9-815F-4D7A-B2B7-B5E6B9FCF870}"/>
                </a:ext>
              </a:extLst>
            </p:cNvPr>
            <p:cNvSpPr txBox="1"/>
            <p:nvPr/>
          </p:nvSpPr>
          <p:spPr>
            <a:xfrm>
              <a:off x="6697438"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4" name="テキスト ボックス 103">
              <a:extLst>
                <a:ext uri="{FF2B5EF4-FFF2-40B4-BE49-F238E27FC236}">
                  <a16:creationId xmlns:a16="http://schemas.microsoft.com/office/drawing/2014/main" id="{F0A41D59-2FF7-4356-83E0-3C2B2B187300}"/>
                </a:ext>
              </a:extLst>
            </p:cNvPr>
            <p:cNvSpPr txBox="1"/>
            <p:nvPr/>
          </p:nvSpPr>
          <p:spPr>
            <a:xfrm>
              <a:off x="6193438"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5" name="テキスト ボックス 104">
              <a:extLst>
                <a:ext uri="{FF2B5EF4-FFF2-40B4-BE49-F238E27FC236}">
                  <a16:creationId xmlns:a16="http://schemas.microsoft.com/office/drawing/2014/main" id="{6FF6E559-034A-474D-9657-D7CF50E323FE}"/>
                </a:ext>
              </a:extLst>
            </p:cNvPr>
            <p:cNvSpPr txBox="1"/>
            <p:nvPr/>
          </p:nvSpPr>
          <p:spPr>
            <a:xfrm>
              <a:off x="5689438"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6" name="テキスト ボックス 105">
              <a:extLst>
                <a:ext uri="{FF2B5EF4-FFF2-40B4-BE49-F238E27FC236}">
                  <a16:creationId xmlns:a16="http://schemas.microsoft.com/office/drawing/2014/main" id="{3926BEDD-9D24-4C80-B323-A8D4EDD8FDBD}"/>
                </a:ext>
              </a:extLst>
            </p:cNvPr>
            <p:cNvSpPr txBox="1"/>
            <p:nvPr/>
          </p:nvSpPr>
          <p:spPr>
            <a:xfrm>
              <a:off x="5191344"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7" name="テキスト ボックス 106">
              <a:extLst>
                <a:ext uri="{FF2B5EF4-FFF2-40B4-BE49-F238E27FC236}">
                  <a16:creationId xmlns:a16="http://schemas.microsoft.com/office/drawing/2014/main" id="{BB466DAB-DD75-494D-9D2A-A93F69E956C4}"/>
                </a:ext>
              </a:extLst>
            </p:cNvPr>
            <p:cNvSpPr txBox="1"/>
            <p:nvPr/>
          </p:nvSpPr>
          <p:spPr>
            <a:xfrm>
              <a:off x="4687344" y="5557620"/>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grpSp>
        <p:nvGrpSpPr>
          <p:cNvPr id="10" name="グループ化 9">
            <a:extLst>
              <a:ext uri="{FF2B5EF4-FFF2-40B4-BE49-F238E27FC236}">
                <a16:creationId xmlns:a16="http://schemas.microsoft.com/office/drawing/2014/main" id="{7D9ACA52-C913-4493-8A31-ED43B1E1818F}"/>
              </a:ext>
            </a:extLst>
          </p:cNvPr>
          <p:cNvGrpSpPr/>
          <p:nvPr/>
        </p:nvGrpSpPr>
        <p:grpSpPr>
          <a:xfrm>
            <a:off x="4174379" y="5624954"/>
            <a:ext cx="4566409" cy="369332"/>
            <a:chOff x="4174379" y="5605245"/>
            <a:chExt cx="4566409" cy="369332"/>
          </a:xfrm>
        </p:grpSpPr>
        <p:sp>
          <p:nvSpPr>
            <p:cNvPr id="108" name="テキスト ボックス 107">
              <a:extLst>
                <a:ext uri="{FF2B5EF4-FFF2-40B4-BE49-F238E27FC236}">
                  <a16:creationId xmlns:a16="http://schemas.microsoft.com/office/drawing/2014/main" id="{44F1B849-BB23-4064-99A3-674A0E466D34}"/>
                </a:ext>
              </a:extLst>
            </p:cNvPr>
            <p:cNvSpPr txBox="1"/>
            <p:nvPr/>
          </p:nvSpPr>
          <p:spPr>
            <a:xfrm>
              <a:off x="4174379"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109" name="テキスト ボックス 108">
              <a:extLst>
                <a:ext uri="{FF2B5EF4-FFF2-40B4-BE49-F238E27FC236}">
                  <a16:creationId xmlns:a16="http://schemas.microsoft.com/office/drawing/2014/main" id="{5C3B9B23-F6C5-426D-B4A0-B75328A0E89A}"/>
                </a:ext>
              </a:extLst>
            </p:cNvPr>
            <p:cNvSpPr txBox="1"/>
            <p:nvPr/>
          </p:nvSpPr>
          <p:spPr>
            <a:xfrm>
              <a:off x="4661438"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110" name="テキスト ボックス 109">
              <a:extLst>
                <a:ext uri="{FF2B5EF4-FFF2-40B4-BE49-F238E27FC236}">
                  <a16:creationId xmlns:a16="http://schemas.microsoft.com/office/drawing/2014/main" id="{C9660100-F0E8-4FF0-B44E-7923D0F192CE}"/>
                </a:ext>
              </a:extLst>
            </p:cNvPr>
            <p:cNvSpPr txBox="1"/>
            <p:nvPr/>
          </p:nvSpPr>
          <p:spPr>
            <a:xfrm>
              <a:off x="5158013"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50</a:t>
              </a:r>
              <a:endParaRPr kumimoji="1" lang="ja-JP" altLang="en-US" b="0" dirty="0">
                <a:latin typeface="Trebuchet MS" panose="020B0603020202020204" pitchFamily="34" charset="0"/>
              </a:endParaRPr>
            </a:p>
          </p:txBody>
        </p:sp>
        <p:sp>
          <p:nvSpPr>
            <p:cNvPr id="111" name="テキスト ボックス 110">
              <a:extLst>
                <a:ext uri="{FF2B5EF4-FFF2-40B4-BE49-F238E27FC236}">
                  <a16:creationId xmlns:a16="http://schemas.microsoft.com/office/drawing/2014/main" id="{EF1EA7CE-1A44-41F9-BC54-D2A58FE01B09}"/>
                </a:ext>
              </a:extLst>
            </p:cNvPr>
            <p:cNvSpPr txBox="1"/>
            <p:nvPr/>
          </p:nvSpPr>
          <p:spPr>
            <a:xfrm>
              <a:off x="6653849"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165</a:t>
              </a:r>
              <a:endParaRPr kumimoji="1" lang="ja-JP" altLang="en-US" b="0" dirty="0">
                <a:latin typeface="Trebuchet MS" panose="020B0603020202020204" pitchFamily="34" charset="0"/>
              </a:endParaRPr>
            </a:p>
          </p:txBody>
        </p:sp>
        <p:sp>
          <p:nvSpPr>
            <p:cNvPr id="112" name="テキスト ボックス 111">
              <a:extLst>
                <a:ext uri="{FF2B5EF4-FFF2-40B4-BE49-F238E27FC236}">
                  <a16:creationId xmlns:a16="http://schemas.microsoft.com/office/drawing/2014/main" id="{548B2C49-0D66-4950-86C7-91AA6BCB7319}"/>
                </a:ext>
              </a:extLst>
            </p:cNvPr>
            <p:cNvSpPr txBox="1"/>
            <p:nvPr/>
          </p:nvSpPr>
          <p:spPr>
            <a:xfrm>
              <a:off x="6167532"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120</a:t>
              </a:r>
              <a:endParaRPr kumimoji="1" lang="ja-JP" altLang="en-US" b="0" dirty="0">
                <a:latin typeface="Trebuchet MS" panose="020B0603020202020204" pitchFamily="34" charset="0"/>
              </a:endParaRPr>
            </a:p>
          </p:txBody>
        </p:sp>
        <p:sp>
          <p:nvSpPr>
            <p:cNvPr id="113" name="テキスト ボックス 112">
              <a:extLst>
                <a:ext uri="{FF2B5EF4-FFF2-40B4-BE49-F238E27FC236}">
                  <a16:creationId xmlns:a16="http://schemas.microsoft.com/office/drawing/2014/main" id="{995C4273-2806-44C2-94BB-956DB55B6E22}"/>
                </a:ext>
              </a:extLst>
            </p:cNvPr>
            <p:cNvSpPr txBox="1"/>
            <p:nvPr/>
          </p:nvSpPr>
          <p:spPr>
            <a:xfrm>
              <a:off x="5689438"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114" name="テキスト ボックス 113">
              <a:extLst>
                <a:ext uri="{FF2B5EF4-FFF2-40B4-BE49-F238E27FC236}">
                  <a16:creationId xmlns:a16="http://schemas.microsoft.com/office/drawing/2014/main" id="{9BF792F0-BC46-4E84-8150-60C0E8490293}"/>
                </a:ext>
              </a:extLst>
            </p:cNvPr>
            <p:cNvSpPr txBox="1"/>
            <p:nvPr/>
          </p:nvSpPr>
          <p:spPr>
            <a:xfrm>
              <a:off x="7192590"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200</a:t>
              </a:r>
              <a:endParaRPr kumimoji="1" lang="ja-JP" altLang="en-US" b="0" dirty="0">
                <a:latin typeface="Trebuchet MS" panose="020B0603020202020204" pitchFamily="34" charset="0"/>
              </a:endParaRPr>
            </a:p>
          </p:txBody>
        </p:sp>
        <p:sp>
          <p:nvSpPr>
            <p:cNvPr id="115" name="テキスト ボックス 114">
              <a:extLst>
                <a:ext uri="{FF2B5EF4-FFF2-40B4-BE49-F238E27FC236}">
                  <a16:creationId xmlns:a16="http://schemas.microsoft.com/office/drawing/2014/main" id="{5D33372D-A26A-49DA-9D80-45EBBD36EBC1}"/>
                </a:ext>
              </a:extLst>
            </p:cNvPr>
            <p:cNvSpPr txBox="1"/>
            <p:nvPr/>
          </p:nvSpPr>
          <p:spPr>
            <a:xfrm>
              <a:off x="7696590"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210</a:t>
              </a:r>
              <a:endParaRPr kumimoji="1" lang="ja-JP" altLang="en-US" b="0" dirty="0">
                <a:latin typeface="Trebuchet MS" panose="020B0603020202020204" pitchFamily="34" charset="0"/>
              </a:endParaRPr>
            </a:p>
          </p:txBody>
        </p:sp>
        <p:sp>
          <p:nvSpPr>
            <p:cNvPr id="116" name="テキスト ボックス 115">
              <a:extLst>
                <a:ext uri="{FF2B5EF4-FFF2-40B4-BE49-F238E27FC236}">
                  <a16:creationId xmlns:a16="http://schemas.microsoft.com/office/drawing/2014/main" id="{35D4C3EA-F0E5-4D1E-9A65-9887B83FDC54}"/>
                </a:ext>
              </a:extLst>
            </p:cNvPr>
            <p:cNvSpPr txBox="1"/>
            <p:nvPr/>
          </p:nvSpPr>
          <p:spPr>
            <a:xfrm>
              <a:off x="8184976" y="560524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255</a:t>
              </a:r>
              <a:endParaRPr kumimoji="1" lang="ja-JP" altLang="en-US" b="0" dirty="0">
                <a:latin typeface="Trebuchet MS" panose="020B0603020202020204" pitchFamily="34" charset="0"/>
              </a:endParaRPr>
            </a:p>
          </p:txBody>
        </p:sp>
      </p:grpSp>
      <p:sp>
        <p:nvSpPr>
          <p:cNvPr id="121" name="テキスト ボックス 120">
            <a:extLst>
              <a:ext uri="{FF2B5EF4-FFF2-40B4-BE49-F238E27FC236}">
                <a16:creationId xmlns:a16="http://schemas.microsoft.com/office/drawing/2014/main" id="{DA6D51A8-136D-4A8C-9932-0C03EA309320}"/>
              </a:ext>
            </a:extLst>
          </p:cNvPr>
          <p:cNvSpPr txBox="1"/>
          <p:nvPr/>
        </p:nvSpPr>
        <p:spPr>
          <a:xfrm>
            <a:off x="6608376" y="4740690"/>
            <a:ext cx="1433544"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コムソート</a:t>
            </a:r>
          </a:p>
        </p:txBody>
      </p:sp>
      <p:sp>
        <p:nvSpPr>
          <p:cNvPr id="74" name="矢印: 右 73">
            <a:extLst>
              <a:ext uri="{FF2B5EF4-FFF2-40B4-BE49-F238E27FC236}">
                <a16:creationId xmlns:a16="http://schemas.microsoft.com/office/drawing/2014/main" id="{7A1C8009-70E2-48FD-B494-E2EE1A9A8D8A}"/>
              </a:ext>
            </a:extLst>
          </p:cNvPr>
          <p:cNvSpPr/>
          <p:nvPr/>
        </p:nvSpPr>
        <p:spPr bwMode="auto">
          <a:xfrm rot="19435054">
            <a:off x="3305819" y="4387414"/>
            <a:ext cx="929874" cy="285411"/>
          </a:xfrm>
          <a:prstGeom prst="rightArrow">
            <a:avLst>
              <a:gd name="adj1" fmla="val 50000"/>
              <a:gd name="adj2" fmla="val 86089"/>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75" name="矢印: 右 74">
            <a:extLst>
              <a:ext uri="{FF2B5EF4-FFF2-40B4-BE49-F238E27FC236}">
                <a16:creationId xmlns:a16="http://schemas.microsoft.com/office/drawing/2014/main" id="{10CA6827-5996-4BBB-BE05-80B464FCF701}"/>
              </a:ext>
            </a:extLst>
          </p:cNvPr>
          <p:cNvSpPr/>
          <p:nvPr/>
        </p:nvSpPr>
        <p:spPr bwMode="auto">
          <a:xfrm rot="5400000">
            <a:off x="6101937" y="4740658"/>
            <a:ext cx="686261" cy="369397"/>
          </a:xfrm>
          <a:prstGeom prst="rightArrow">
            <a:avLst>
              <a:gd name="adj1" fmla="val 50000"/>
              <a:gd name="adj2" fmla="val 73483"/>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78652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par>
                                <p:cTn id="22" presetID="26" presetClass="emph" presetSubtype="0" fill="hold" nodeType="withEffect">
                                  <p:stCondLst>
                                    <p:cond delay="0"/>
                                  </p:stCondLst>
                                  <p:childTnLst>
                                    <p:animEffect transition="out" filter="fade">
                                      <p:cBhvr>
                                        <p:cTn id="23" dur="500" tmFilter="0, 0; .2, .5; .8, .5; 1, 0"/>
                                        <p:tgtEl>
                                          <p:spTgt spid="45"/>
                                        </p:tgtEl>
                                      </p:cBhvr>
                                    </p:animEffect>
                                    <p:animScale>
                                      <p:cBhvr>
                                        <p:cTn id="24" dur="250" autoRev="1" fill="hold"/>
                                        <p:tgtEl>
                                          <p:spTgt spid="45"/>
                                        </p:tgtEl>
                                      </p:cBhvr>
                                      <p:by x="105000" y="105000"/>
                                    </p:animScale>
                                  </p:childTnLst>
                                </p:cTn>
                              </p:par>
                              <p:par>
                                <p:cTn id="25" presetID="26" presetClass="emph" presetSubtype="0" fill="hold" nodeType="withEffect">
                                  <p:stCondLst>
                                    <p:cond delay="0"/>
                                  </p:stCondLst>
                                  <p:childTnLst>
                                    <p:animEffect transition="out" filter="fade">
                                      <p:cBhvr>
                                        <p:cTn id="26" dur="500" tmFilter="0, 0; .2, .5; .8, .5; 1, 0"/>
                                        <p:tgtEl>
                                          <p:spTgt spid="46"/>
                                        </p:tgtEl>
                                      </p:cBhvr>
                                    </p:animEffect>
                                    <p:animScale>
                                      <p:cBhvr>
                                        <p:cTn id="27" dur="250" autoRev="1" fill="hold"/>
                                        <p:tgtEl>
                                          <p:spTgt spid="46"/>
                                        </p:tgtEl>
                                      </p:cBhvr>
                                      <p:by x="105000" y="105000"/>
                                    </p:animScale>
                                  </p:childTnLst>
                                </p:cTn>
                              </p:par>
                            </p:childTnLst>
                          </p:cTn>
                        </p:par>
                        <p:par>
                          <p:cTn id="28" fill="hold">
                            <p:stCondLst>
                              <p:cond delay="500"/>
                            </p:stCondLst>
                            <p:childTnLst>
                              <p:par>
                                <p:cTn id="29" presetID="10" presetClass="entr" presetSubtype="0" fill="hold" grpId="0" nodeType="afterEffect">
                                  <p:stCondLst>
                                    <p:cond delay="300"/>
                                  </p:stCondLst>
                                  <p:childTnLst>
                                    <p:set>
                                      <p:cBhvr>
                                        <p:cTn id="30" dur="1" fill="hold">
                                          <p:stCondLst>
                                            <p:cond delay="0"/>
                                          </p:stCondLst>
                                        </p:cTn>
                                        <p:tgtEl>
                                          <p:spTgt spid="74"/>
                                        </p:tgtEl>
                                        <p:attrNameLst>
                                          <p:attrName>style.visibility</p:attrName>
                                        </p:attrNameLst>
                                      </p:cBhvr>
                                      <p:to>
                                        <p:strVal val="visible"/>
                                      </p:to>
                                    </p:set>
                                    <p:animEffect transition="in" filter="fade">
                                      <p:cBhvr>
                                        <p:cTn id="31" dur="500"/>
                                        <p:tgtEl>
                                          <p:spTgt spid="74"/>
                                        </p:tgtEl>
                                      </p:cBhvr>
                                    </p:animEffect>
                                  </p:childTnLst>
                                </p:cTn>
                              </p:par>
                            </p:childTnLst>
                          </p:cTn>
                        </p:par>
                        <p:par>
                          <p:cTn id="32" fill="hold">
                            <p:stCondLst>
                              <p:cond delay="1300"/>
                            </p:stCondLst>
                            <p:childTnLst>
                              <p:par>
                                <p:cTn id="33" presetID="10" presetClass="entr" presetSubtype="0" fill="hold" grpId="0" nodeType="afterEffect">
                                  <p:stCondLst>
                                    <p:cond delay="30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childTnLst>
                                </p:cTn>
                              </p:par>
                              <p:par>
                                <p:cTn id="36" presetID="10" presetClass="entr" presetSubtype="0" fill="hold" grpId="0" nodeType="withEffect">
                                  <p:stCondLst>
                                    <p:cond delay="300"/>
                                  </p:stCondLst>
                                  <p:childTnLst>
                                    <p:set>
                                      <p:cBhvr>
                                        <p:cTn id="37" dur="1" fill="hold">
                                          <p:stCondLst>
                                            <p:cond delay="0"/>
                                          </p:stCondLst>
                                        </p:cTn>
                                        <p:tgtEl>
                                          <p:spTgt spid="121"/>
                                        </p:tgtEl>
                                        <p:attrNameLst>
                                          <p:attrName>style.visibility</p:attrName>
                                        </p:attrNameLst>
                                      </p:cBhvr>
                                      <p:to>
                                        <p:strVal val="visible"/>
                                      </p:to>
                                    </p:set>
                                    <p:animEffect transition="in" filter="fade">
                                      <p:cBhvr>
                                        <p:cTn id="38"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3" grpId="0" animBg="1"/>
      <p:bldP spid="121" grpId="0"/>
      <p:bldP spid="74" grpId="0" animBg="1"/>
      <p:bldP spid="7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2EB1AE89-C767-4F42-A04C-B370E45F108B}"/>
              </a:ext>
            </a:extLst>
          </p:cNvPr>
          <p:cNvSpPr>
            <a:spLocks noGrp="1"/>
          </p:cNvSpPr>
          <p:nvPr>
            <p:ph type="body" idx="1"/>
          </p:nvPr>
        </p:nvSpPr>
        <p:spPr/>
        <p:txBody>
          <a:bodyPr/>
          <a:lstStyle/>
          <a:p>
            <a:pPr>
              <a:buFont typeface="+mj-lt"/>
              <a:buAutoNum type="arabicPeriod" startAt="3"/>
            </a:pPr>
            <a:r>
              <a:rPr lang="ja-JP" altLang="en-US" dirty="0"/>
              <a:t>参考画像の全ての画素値から最小値が入っている画素の場所を探す．</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p:txBody>
      </p:sp>
      <p:sp>
        <p:nvSpPr>
          <p:cNvPr id="3" name="タイトル 2">
            <a:extLst>
              <a:ext uri="{FF2B5EF4-FFF2-40B4-BE49-F238E27FC236}">
                <a16:creationId xmlns:a16="http://schemas.microsoft.com/office/drawing/2014/main" id="{D4C56E27-1B03-45B0-8929-E642FB17960A}"/>
              </a:ext>
            </a:extLst>
          </p:cNvPr>
          <p:cNvSpPr>
            <a:spLocks noGrp="1"/>
          </p:cNvSpPr>
          <p:nvPr>
            <p:ph type="title"/>
          </p:nvPr>
        </p:nvSpPr>
        <p:spPr/>
        <p:txBody>
          <a:bodyPr/>
          <a:lstStyle/>
          <a:p>
            <a:r>
              <a:rPr lang="ja-JP" altLang="en-US" dirty="0"/>
              <a:t>結果画像の作成方法 </a:t>
            </a:r>
            <a:r>
              <a:rPr lang="en-US" altLang="ja-JP" dirty="0"/>
              <a:t>2/4</a:t>
            </a:r>
            <a:endParaRPr kumimoji="1" lang="ja-JP" altLang="en-US" dirty="0"/>
          </a:p>
        </p:txBody>
      </p:sp>
      <p:grpSp>
        <p:nvGrpSpPr>
          <p:cNvPr id="38" name="グループ化 37">
            <a:extLst>
              <a:ext uri="{FF2B5EF4-FFF2-40B4-BE49-F238E27FC236}">
                <a16:creationId xmlns:a16="http://schemas.microsoft.com/office/drawing/2014/main" id="{8F683A2C-C491-4B10-B43D-5B456B935CE1}"/>
              </a:ext>
            </a:extLst>
          </p:cNvPr>
          <p:cNvGrpSpPr/>
          <p:nvPr/>
        </p:nvGrpSpPr>
        <p:grpSpPr>
          <a:xfrm>
            <a:off x="2741095" y="3662678"/>
            <a:ext cx="1512000" cy="1507220"/>
            <a:chOff x="2057188" y="4113587"/>
            <a:chExt cx="1512000" cy="1507220"/>
          </a:xfrm>
          <a:solidFill>
            <a:schemeClr val="accent6">
              <a:lumMod val="60000"/>
              <a:lumOff val="40000"/>
            </a:schemeClr>
          </a:solidFill>
        </p:grpSpPr>
        <p:sp>
          <p:nvSpPr>
            <p:cNvPr id="48" name="テキスト ボックス 47">
              <a:extLst>
                <a:ext uri="{FF2B5EF4-FFF2-40B4-BE49-F238E27FC236}">
                  <a16:creationId xmlns:a16="http://schemas.microsoft.com/office/drawing/2014/main" id="{A27656A6-1764-43BC-8C49-8DCEE9DA6312}"/>
                </a:ext>
              </a:extLst>
            </p:cNvPr>
            <p:cNvSpPr txBox="1"/>
            <p:nvPr/>
          </p:nvSpPr>
          <p:spPr>
            <a:xfrm>
              <a:off x="2057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49" name="テキスト ボックス 48">
              <a:extLst>
                <a:ext uri="{FF2B5EF4-FFF2-40B4-BE49-F238E27FC236}">
                  <a16:creationId xmlns:a16="http://schemas.microsoft.com/office/drawing/2014/main" id="{27727EB4-44B4-4314-9D57-DAD5A1A5EDC7}"/>
                </a:ext>
              </a:extLst>
            </p:cNvPr>
            <p:cNvSpPr txBox="1"/>
            <p:nvPr/>
          </p:nvSpPr>
          <p:spPr>
            <a:xfrm>
              <a:off x="3065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0" name="テキスト ボックス 49">
              <a:extLst>
                <a:ext uri="{FF2B5EF4-FFF2-40B4-BE49-F238E27FC236}">
                  <a16:creationId xmlns:a16="http://schemas.microsoft.com/office/drawing/2014/main" id="{7F83A360-34D4-4ADD-9E42-51159F63692C}"/>
                </a:ext>
              </a:extLst>
            </p:cNvPr>
            <p:cNvSpPr txBox="1"/>
            <p:nvPr/>
          </p:nvSpPr>
          <p:spPr>
            <a:xfrm>
              <a:off x="2561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1" name="テキスト ボックス 50">
              <a:extLst>
                <a:ext uri="{FF2B5EF4-FFF2-40B4-BE49-F238E27FC236}">
                  <a16:creationId xmlns:a16="http://schemas.microsoft.com/office/drawing/2014/main" id="{C2DC7102-C841-4816-9F94-BFBCAC4779BB}"/>
                </a:ext>
              </a:extLst>
            </p:cNvPr>
            <p:cNvSpPr txBox="1"/>
            <p:nvPr/>
          </p:nvSpPr>
          <p:spPr>
            <a:xfrm>
              <a:off x="2057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2" name="テキスト ボックス 51">
              <a:extLst>
                <a:ext uri="{FF2B5EF4-FFF2-40B4-BE49-F238E27FC236}">
                  <a16:creationId xmlns:a16="http://schemas.microsoft.com/office/drawing/2014/main" id="{C39EB039-447D-4012-9CE1-2AFC16151851}"/>
                </a:ext>
              </a:extLst>
            </p:cNvPr>
            <p:cNvSpPr txBox="1"/>
            <p:nvPr/>
          </p:nvSpPr>
          <p:spPr>
            <a:xfrm>
              <a:off x="3065188" y="4616911"/>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3" name="テキスト ボックス 52">
              <a:extLst>
                <a:ext uri="{FF2B5EF4-FFF2-40B4-BE49-F238E27FC236}">
                  <a16:creationId xmlns:a16="http://schemas.microsoft.com/office/drawing/2014/main" id="{D5695186-F3C0-4FE3-939C-1B267248E8FE}"/>
                </a:ext>
              </a:extLst>
            </p:cNvPr>
            <p:cNvSpPr txBox="1"/>
            <p:nvPr/>
          </p:nvSpPr>
          <p:spPr>
            <a:xfrm>
              <a:off x="2561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4" name="テキスト ボックス 53">
              <a:extLst>
                <a:ext uri="{FF2B5EF4-FFF2-40B4-BE49-F238E27FC236}">
                  <a16:creationId xmlns:a16="http://schemas.microsoft.com/office/drawing/2014/main" id="{B6F0A931-8090-4279-B876-E313075B0C18}"/>
                </a:ext>
              </a:extLst>
            </p:cNvPr>
            <p:cNvSpPr txBox="1"/>
            <p:nvPr/>
          </p:nvSpPr>
          <p:spPr>
            <a:xfrm>
              <a:off x="2057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5" name="テキスト ボックス 54">
              <a:extLst>
                <a:ext uri="{FF2B5EF4-FFF2-40B4-BE49-F238E27FC236}">
                  <a16:creationId xmlns:a16="http://schemas.microsoft.com/office/drawing/2014/main" id="{FEBCE765-4118-4EE8-85CB-2ECE3C18F439}"/>
                </a:ext>
              </a:extLst>
            </p:cNvPr>
            <p:cNvSpPr txBox="1"/>
            <p:nvPr/>
          </p:nvSpPr>
          <p:spPr>
            <a:xfrm>
              <a:off x="3065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56" name="テキスト ボックス 55">
              <a:extLst>
                <a:ext uri="{FF2B5EF4-FFF2-40B4-BE49-F238E27FC236}">
                  <a16:creationId xmlns:a16="http://schemas.microsoft.com/office/drawing/2014/main" id="{81FFFFE3-A2BE-4A13-AFFC-A9AD9FC38D5C}"/>
                </a:ext>
              </a:extLst>
            </p:cNvPr>
            <p:cNvSpPr txBox="1"/>
            <p:nvPr/>
          </p:nvSpPr>
          <p:spPr>
            <a:xfrm>
              <a:off x="2561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sp>
        <p:nvSpPr>
          <p:cNvPr id="39" name="テキスト ボックス 38">
            <a:extLst>
              <a:ext uri="{FF2B5EF4-FFF2-40B4-BE49-F238E27FC236}">
                <a16:creationId xmlns:a16="http://schemas.microsoft.com/office/drawing/2014/main" id="{F6B1AD2F-134B-48F7-AE8B-6FFCA92CCDA2}"/>
              </a:ext>
            </a:extLst>
          </p:cNvPr>
          <p:cNvSpPr txBox="1"/>
          <p:nvPr/>
        </p:nvSpPr>
        <p:spPr>
          <a:xfrm>
            <a:off x="2732130" y="371909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33</a:t>
            </a:r>
            <a:endParaRPr kumimoji="1" lang="ja-JP" altLang="en-US" b="0" dirty="0">
              <a:latin typeface="Trebuchet MS" panose="020B0603020202020204" pitchFamily="34" charset="0"/>
            </a:endParaRPr>
          </a:p>
        </p:txBody>
      </p:sp>
      <p:sp>
        <p:nvSpPr>
          <p:cNvPr id="40" name="テキスト ボックス 39">
            <a:extLst>
              <a:ext uri="{FF2B5EF4-FFF2-40B4-BE49-F238E27FC236}">
                <a16:creationId xmlns:a16="http://schemas.microsoft.com/office/drawing/2014/main" id="{B7875F7E-9A6D-49FE-BD44-B3CD85AD1577}"/>
              </a:ext>
            </a:extLst>
          </p:cNvPr>
          <p:cNvSpPr txBox="1"/>
          <p:nvPr/>
        </p:nvSpPr>
        <p:spPr>
          <a:xfrm>
            <a:off x="3219189" y="3719095"/>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1" name="テキスト ボックス 40">
            <a:extLst>
              <a:ext uri="{FF2B5EF4-FFF2-40B4-BE49-F238E27FC236}">
                <a16:creationId xmlns:a16="http://schemas.microsoft.com/office/drawing/2014/main" id="{5E646518-BDD0-4901-A324-571EC2D7C1F7}"/>
              </a:ext>
            </a:extLst>
          </p:cNvPr>
          <p:cNvSpPr txBox="1"/>
          <p:nvPr/>
        </p:nvSpPr>
        <p:spPr>
          <a:xfrm>
            <a:off x="3715764" y="3727039"/>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2" name="テキスト ボックス 41">
            <a:extLst>
              <a:ext uri="{FF2B5EF4-FFF2-40B4-BE49-F238E27FC236}">
                <a16:creationId xmlns:a16="http://schemas.microsoft.com/office/drawing/2014/main" id="{D95D05E9-DB79-4929-AD4E-89711A876BCB}"/>
              </a:ext>
            </a:extLst>
          </p:cNvPr>
          <p:cNvSpPr txBox="1"/>
          <p:nvPr/>
        </p:nvSpPr>
        <p:spPr>
          <a:xfrm>
            <a:off x="3705506" y="422172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3" name="テキスト ボックス 42">
            <a:extLst>
              <a:ext uri="{FF2B5EF4-FFF2-40B4-BE49-F238E27FC236}">
                <a16:creationId xmlns:a16="http://schemas.microsoft.com/office/drawing/2014/main" id="{DED16DF9-1098-416F-AB75-07329866DD20}"/>
              </a:ext>
            </a:extLst>
          </p:cNvPr>
          <p:cNvSpPr txBox="1"/>
          <p:nvPr/>
        </p:nvSpPr>
        <p:spPr>
          <a:xfrm>
            <a:off x="3219189" y="4231864"/>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4" name="テキスト ボックス 43">
            <a:extLst>
              <a:ext uri="{FF2B5EF4-FFF2-40B4-BE49-F238E27FC236}">
                <a16:creationId xmlns:a16="http://schemas.microsoft.com/office/drawing/2014/main" id="{58436937-29DF-4DBA-8798-F1E95FCBC2E0}"/>
              </a:ext>
            </a:extLst>
          </p:cNvPr>
          <p:cNvSpPr txBox="1"/>
          <p:nvPr/>
        </p:nvSpPr>
        <p:spPr>
          <a:xfrm>
            <a:off x="2741095" y="422172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5" name="テキスト ボックス 44">
            <a:extLst>
              <a:ext uri="{FF2B5EF4-FFF2-40B4-BE49-F238E27FC236}">
                <a16:creationId xmlns:a16="http://schemas.microsoft.com/office/drawing/2014/main" id="{5060C811-880A-488D-A4A7-D128C2F0817E}"/>
              </a:ext>
            </a:extLst>
          </p:cNvPr>
          <p:cNvSpPr txBox="1"/>
          <p:nvPr/>
        </p:nvSpPr>
        <p:spPr>
          <a:xfrm>
            <a:off x="2729930" y="473323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6" name="テキスト ボックス 45">
            <a:extLst>
              <a:ext uri="{FF2B5EF4-FFF2-40B4-BE49-F238E27FC236}">
                <a16:creationId xmlns:a16="http://schemas.microsoft.com/office/drawing/2014/main" id="{1745A319-90B2-4189-9A20-5C8AA0B053AA}"/>
              </a:ext>
            </a:extLst>
          </p:cNvPr>
          <p:cNvSpPr txBox="1"/>
          <p:nvPr/>
        </p:nvSpPr>
        <p:spPr>
          <a:xfrm>
            <a:off x="3233930" y="4741031"/>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47" name="テキスト ボックス 46">
            <a:extLst>
              <a:ext uri="{FF2B5EF4-FFF2-40B4-BE49-F238E27FC236}">
                <a16:creationId xmlns:a16="http://schemas.microsoft.com/office/drawing/2014/main" id="{B0D162F3-B3C4-453B-9507-70F391D2A9E2}"/>
              </a:ext>
            </a:extLst>
          </p:cNvPr>
          <p:cNvSpPr txBox="1"/>
          <p:nvPr/>
        </p:nvSpPr>
        <p:spPr>
          <a:xfrm>
            <a:off x="3722316" y="4740047"/>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grpSp>
        <p:nvGrpSpPr>
          <p:cNvPr id="58" name="グループ化 57">
            <a:extLst>
              <a:ext uri="{FF2B5EF4-FFF2-40B4-BE49-F238E27FC236}">
                <a16:creationId xmlns:a16="http://schemas.microsoft.com/office/drawing/2014/main" id="{840D5A8E-EFF5-45ED-BCE1-C1721CB59C04}"/>
              </a:ext>
            </a:extLst>
          </p:cNvPr>
          <p:cNvGrpSpPr/>
          <p:nvPr/>
        </p:nvGrpSpPr>
        <p:grpSpPr>
          <a:xfrm>
            <a:off x="1234596" y="3662678"/>
            <a:ext cx="1512000" cy="1507220"/>
            <a:chOff x="2057188" y="4113587"/>
            <a:chExt cx="1512000" cy="1507220"/>
          </a:xfrm>
          <a:solidFill>
            <a:schemeClr val="accent6">
              <a:lumMod val="60000"/>
              <a:lumOff val="40000"/>
            </a:schemeClr>
          </a:solidFill>
        </p:grpSpPr>
        <p:sp>
          <p:nvSpPr>
            <p:cNvPr id="68" name="テキスト ボックス 67">
              <a:extLst>
                <a:ext uri="{FF2B5EF4-FFF2-40B4-BE49-F238E27FC236}">
                  <a16:creationId xmlns:a16="http://schemas.microsoft.com/office/drawing/2014/main" id="{372A58BF-0202-4CD3-88DB-54688B0943A0}"/>
                </a:ext>
              </a:extLst>
            </p:cNvPr>
            <p:cNvSpPr txBox="1"/>
            <p:nvPr/>
          </p:nvSpPr>
          <p:spPr>
            <a:xfrm>
              <a:off x="2057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69" name="テキスト ボックス 68">
              <a:extLst>
                <a:ext uri="{FF2B5EF4-FFF2-40B4-BE49-F238E27FC236}">
                  <a16:creationId xmlns:a16="http://schemas.microsoft.com/office/drawing/2014/main" id="{5A0D74A4-5E69-486A-B535-76A4D1EC11C7}"/>
                </a:ext>
              </a:extLst>
            </p:cNvPr>
            <p:cNvSpPr txBox="1"/>
            <p:nvPr/>
          </p:nvSpPr>
          <p:spPr>
            <a:xfrm>
              <a:off x="3065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0" name="テキスト ボックス 69">
              <a:extLst>
                <a:ext uri="{FF2B5EF4-FFF2-40B4-BE49-F238E27FC236}">
                  <a16:creationId xmlns:a16="http://schemas.microsoft.com/office/drawing/2014/main" id="{02974799-2D0F-48C9-BFEB-70FFCC6C13F5}"/>
                </a:ext>
              </a:extLst>
            </p:cNvPr>
            <p:cNvSpPr txBox="1"/>
            <p:nvPr/>
          </p:nvSpPr>
          <p:spPr>
            <a:xfrm>
              <a:off x="2561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1" name="テキスト ボックス 70">
              <a:extLst>
                <a:ext uri="{FF2B5EF4-FFF2-40B4-BE49-F238E27FC236}">
                  <a16:creationId xmlns:a16="http://schemas.microsoft.com/office/drawing/2014/main" id="{A779D4D2-C672-40B7-B3E8-2E2EA0A43AEE}"/>
                </a:ext>
              </a:extLst>
            </p:cNvPr>
            <p:cNvSpPr txBox="1"/>
            <p:nvPr/>
          </p:nvSpPr>
          <p:spPr>
            <a:xfrm>
              <a:off x="2057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2" name="テキスト ボックス 71">
              <a:extLst>
                <a:ext uri="{FF2B5EF4-FFF2-40B4-BE49-F238E27FC236}">
                  <a16:creationId xmlns:a16="http://schemas.microsoft.com/office/drawing/2014/main" id="{43DBA0C0-4551-473C-A240-ADBB89908E0A}"/>
                </a:ext>
              </a:extLst>
            </p:cNvPr>
            <p:cNvSpPr txBox="1"/>
            <p:nvPr/>
          </p:nvSpPr>
          <p:spPr>
            <a:xfrm>
              <a:off x="3065188" y="4616911"/>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3" name="テキスト ボックス 72">
              <a:extLst>
                <a:ext uri="{FF2B5EF4-FFF2-40B4-BE49-F238E27FC236}">
                  <a16:creationId xmlns:a16="http://schemas.microsoft.com/office/drawing/2014/main" id="{8C769D56-2A21-4C9A-B662-07A464F5BEAF}"/>
                </a:ext>
              </a:extLst>
            </p:cNvPr>
            <p:cNvSpPr txBox="1"/>
            <p:nvPr/>
          </p:nvSpPr>
          <p:spPr>
            <a:xfrm>
              <a:off x="2561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4" name="テキスト ボックス 73">
              <a:extLst>
                <a:ext uri="{FF2B5EF4-FFF2-40B4-BE49-F238E27FC236}">
                  <a16:creationId xmlns:a16="http://schemas.microsoft.com/office/drawing/2014/main" id="{43D303C6-335D-45DE-B24F-573A66871035}"/>
                </a:ext>
              </a:extLst>
            </p:cNvPr>
            <p:cNvSpPr txBox="1"/>
            <p:nvPr/>
          </p:nvSpPr>
          <p:spPr>
            <a:xfrm>
              <a:off x="2057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5" name="テキスト ボックス 74">
              <a:extLst>
                <a:ext uri="{FF2B5EF4-FFF2-40B4-BE49-F238E27FC236}">
                  <a16:creationId xmlns:a16="http://schemas.microsoft.com/office/drawing/2014/main" id="{C08CC807-D9F4-4F67-8376-41354A4F3D54}"/>
                </a:ext>
              </a:extLst>
            </p:cNvPr>
            <p:cNvSpPr txBox="1"/>
            <p:nvPr/>
          </p:nvSpPr>
          <p:spPr>
            <a:xfrm>
              <a:off x="3065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76" name="テキスト ボックス 75">
              <a:extLst>
                <a:ext uri="{FF2B5EF4-FFF2-40B4-BE49-F238E27FC236}">
                  <a16:creationId xmlns:a16="http://schemas.microsoft.com/office/drawing/2014/main" id="{0D1FB57C-2E3F-4286-984D-4CB0AFDBBB55}"/>
                </a:ext>
              </a:extLst>
            </p:cNvPr>
            <p:cNvSpPr txBox="1"/>
            <p:nvPr/>
          </p:nvSpPr>
          <p:spPr>
            <a:xfrm>
              <a:off x="2561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sp>
        <p:nvSpPr>
          <p:cNvPr id="59" name="テキスト ボックス 58">
            <a:extLst>
              <a:ext uri="{FF2B5EF4-FFF2-40B4-BE49-F238E27FC236}">
                <a16:creationId xmlns:a16="http://schemas.microsoft.com/office/drawing/2014/main" id="{0282ED01-0644-4F8B-AB8C-BD3D2286A541}"/>
              </a:ext>
            </a:extLst>
          </p:cNvPr>
          <p:cNvSpPr txBox="1"/>
          <p:nvPr/>
        </p:nvSpPr>
        <p:spPr>
          <a:xfrm>
            <a:off x="1225631" y="371909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79</a:t>
            </a:r>
            <a:endParaRPr kumimoji="1" lang="ja-JP" altLang="en-US" b="0" dirty="0">
              <a:latin typeface="Trebuchet MS" panose="020B0603020202020204" pitchFamily="34" charset="0"/>
            </a:endParaRPr>
          </a:p>
        </p:txBody>
      </p:sp>
      <p:sp>
        <p:nvSpPr>
          <p:cNvPr id="60" name="テキスト ボックス 59">
            <a:extLst>
              <a:ext uri="{FF2B5EF4-FFF2-40B4-BE49-F238E27FC236}">
                <a16:creationId xmlns:a16="http://schemas.microsoft.com/office/drawing/2014/main" id="{88F4FB8B-4BE6-4F51-8CE1-A447352647D7}"/>
              </a:ext>
            </a:extLst>
          </p:cNvPr>
          <p:cNvSpPr txBox="1"/>
          <p:nvPr/>
        </p:nvSpPr>
        <p:spPr>
          <a:xfrm>
            <a:off x="1712690" y="371909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61" name="テキスト ボックス 60">
            <a:extLst>
              <a:ext uri="{FF2B5EF4-FFF2-40B4-BE49-F238E27FC236}">
                <a16:creationId xmlns:a16="http://schemas.microsoft.com/office/drawing/2014/main" id="{DAE2FC77-C5FE-4AEA-A17B-C7BF1A1778A9}"/>
              </a:ext>
            </a:extLst>
          </p:cNvPr>
          <p:cNvSpPr txBox="1"/>
          <p:nvPr/>
        </p:nvSpPr>
        <p:spPr>
          <a:xfrm>
            <a:off x="2209265" y="37270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45</a:t>
            </a:r>
            <a:endParaRPr kumimoji="1" lang="ja-JP" altLang="en-US" b="0" dirty="0">
              <a:latin typeface="Trebuchet MS" panose="020B0603020202020204" pitchFamily="34" charset="0"/>
            </a:endParaRPr>
          </a:p>
        </p:txBody>
      </p:sp>
      <p:sp>
        <p:nvSpPr>
          <p:cNvPr id="62" name="テキスト ボックス 61">
            <a:extLst>
              <a:ext uri="{FF2B5EF4-FFF2-40B4-BE49-F238E27FC236}">
                <a16:creationId xmlns:a16="http://schemas.microsoft.com/office/drawing/2014/main" id="{BFE32A36-0FC9-4F81-8EE4-5EB0DD84C6CF}"/>
              </a:ext>
            </a:extLst>
          </p:cNvPr>
          <p:cNvSpPr txBox="1"/>
          <p:nvPr/>
        </p:nvSpPr>
        <p:spPr>
          <a:xfrm>
            <a:off x="2199007" y="422172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63" name="テキスト ボックス 62">
            <a:extLst>
              <a:ext uri="{FF2B5EF4-FFF2-40B4-BE49-F238E27FC236}">
                <a16:creationId xmlns:a16="http://schemas.microsoft.com/office/drawing/2014/main" id="{09625254-5D26-4DC2-A13C-302985C4E6B8}"/>
              </a:ext>
            </a:extLst>
          </p:cNvPr>
          <p:cNvSpPr txBox="1"/>
          <p:nvPr/>
        </p:nvSpPr>
        <p:spPr>
          <a:xfrm>
            <a:off x="1712690" y="4231864"/>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64" name="テキスト ボックス 63">
            <a:extLst>
              <a:ext uri="{FF2B5EF4-FFF2-40B4-BE49-F238E27FC236}">
                <a16:creationId xmlns:a16="http://schemas.microsoft.com/office/drawing/2014/main" id="{7A45F0D9-6556-410F-8C3F-574F8106488B}"/>
              </a:ext>
            </a:extLst>
          </p:cNvPr>
          <p:cNvSpPr txBox="1"/>
          <p:nvPr/>
        </p:nvSpPr>
        <p:spPr>
          <a:xfrm>
            <a:off x="1234596" y="422172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65" name="テキスト ボックス 64">
            <a:extLst>
              <a:ext uri="{FF2B5EF4-FFF2-40B4-BE49-F238E27FC236}">
                <a16:creationId xmlns:a16="http://schemas.microsoft.com/office/drawing/2014/main" id="{5808573C-0A62-4A8B-A630-558FE1BE98AA}"/>
              </a:ext>
            </a:extLst>
          </p:cNvPr>
          <p:cNvSpPr txBox="1"/>
          <p:nvPr/>
        </p:nvSpPr>
        <p:spPr>
          <a:xfrm>
            <a:off x="1223431" y="473323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66" name="テキスト ボックス 65">
            <a:extLst>
              <a:ext uri="{FF2B5EF4-FFF2-40B4-BE49-F238E27FC236}">
                <a16:creationId xmlns:a16="http://schemas.microsoft.com/office/drawing/2014/main" id="{BB61BC20-EAC0-44B2-A4EA-4E7D22227EA0}"/>
              </a:ext>
            </a:extLst>
          </p:cNvPr>
          <p:cNvSpPr txBox="1"/>
          <p:nvPr/>
        </p:nvSpPr>
        <p:spPr>
          <a:xfrm>
            <a:off x="1727431" y="4741031"/>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67" name="テキスト ボックス 66">
            <a:extLst>
              <a:ext uri="{FF2B5EF4-FFF2-40B4-BE49-F238E27FC236}">
                <a16:creationId xmlns:a16="http://schemas.microsoft.com/office/drawing/2014/main" id="{DBAF828E-ADD7-4466-98A4-CB364FAC145C}"/>
              </a:ext>
            </a:extLst>
          </p:cNvPr>
          <p:cNvSpPr txBox="1"/>
          <p:nvPr/>
        </p:nvSpPr>
        <p:spPr>
          <a:xfrm>
            <a:off x="2215817" y="4740047"/>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grpSp>
        <p:nvGrpSpPr>
          <p:cNvPr id="98" name="グループ化 97">
            <a:extLst>
              <a:ext uri="{FF2B5EF4-FFF2-40B4-BE49-F238E27FC236}">
                <a16:creationId xmlns:a16="http://schemas.microsoft.com/office/drawing/2014/main" id="{4B79F729-BCC6-4D2E-94C5-1B1A6B76FBFB}"/>
              </a:ext>
            </a:extLst>
          </p:cNvPr>
          <p:cNvGrpSpPr/>
          <p:nvPr/>
        </p:nvGrpSpPr>
        <p:grpSpPr>
          <a:xfrm>
            <a:off x="2741095" y="2153938"/>
            <a:ext cx="1512000" cy="1507220"/>
            <a:chOff x="2057188" y="4113587"/>
            <a:chExt cx="1512000" cy="1507220"/>
          </a:xfrm>
          <a:solidFill>
            <a:schemeClr val="accent6">
              <a:lumMod val="60000"/>
              <a:lumOff val="40000"/>
            </a:schemeClr>
          </a:solidFill>
        </p:grpSpPr>
        <p:sp>
          <p:nvSpPr>
            <p:cNvPr id="109" name="テキスト ボックス 108">
              <a:extLst>
                <a:ext uri="{FF2B5EF4-FFF2-40B4-BE49-F238E27FC236}">
                  <a16:creationId xmlns:a16="http://schemas.microsoft.com/office/drawing/2014/main" id="{C31B8BD2-D224-44C6-831D-C980DF42DC80}"/>
                </a:ext>
              </a:extLst>
            </p:cNvPr>
            <p:cNvSpPr txBox="1"/>
            <p:nvPr/>
          </p:nvSpPr>
          <p:spPr>
            <a:xfrm>
              <a:off x="3065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0" name="テキスト ボックス 109">
              <a:extLst>
                <a:ext uri="{FF2B5EF4-FFF2-40B4-BE49-F238E27FC236}">
                  <a16:creationId xmlns:a16="http://schemas.microsoft.com/office/drawing/2014/main" id="{5EF316A7-5CC2-43D5-ACED-87C0C8891724}"/>
                </a:ext>
              </a:extLst>
            </p:cNvPr>
            <p:cNvSpPr txBox="1"/>
            <p:nvPr/>
          </p:nvSpPr>
          <p:spPr>
            <a:xfrm>
              <a:off x="2561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1" name="テキスト ボックス 110">
              <a:extLst>
                <a:ext uri="{FF2B5EF4-FFF2-40B4-BE49-F238E27FC236}">
                  <a16:creationId xmlns:a16="http://schemas.microsoft.com/office/drawing/2014/main" id="{BBFB57D1-B8CB-4BD8-89AD-525FDD54E40C}"/>
                </a:ext>
              </a:extLst>
            </p:cNvPr>
            <p:cNvSpPr txBox="1"/>
            <p:nvPr/>
          </p:nvSpPr>
          <p:spPr>
            <a:xfrm>
              <a:off x="2057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2" name="テキスト ボックス 111">
              <a:extLst>
                <a:ext uri="{FF2B5EF4-FFF2-40B4-BE49-F238E27FC236}">
                  <a16:creationId xmlns:a16="http://schemas.microsoft.com/office/drawing/2014/main" id="{8F17B9BE-30DB-4F83-9FF5-6548C2E5C906}"/>
                </a:ext>
              </a:extLst>
            </p:cNvPr>
            <p:cNvSpPr txBox="1"/>
            <p:nvPr/>
          </p:nvSpPr>
          <p:spPr>
            <a:xfrm>
              <a:off x="3065188" y="4616911"/>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3" name="テキスト ボックス 112">
              <a:extLst>
                <a:ext uri="{FF2B5EF4-FFF2-40B4-BE49-F238E27FC236}">
                  <a16:creationId xmlns:a16="http://schemas.microsoft.com/office/drawing/2014/main" id="{996F8297-CAEB-4F40-89CA-E48331C5E0D8}"/>
                </a:ext>
              </a:extLst>
            </p:cNvPr>
            <p:cNvSpPr txBox="1"/>
            <p:nvPr/>
          </p:nvSpPr>
          <p:spPr>
            <a:xfrm>
              <a:off x="2561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4" name="テキスト ボックス 113">
              <a:extLst>
                <a:ext uri="{FF2B5EF4-FFF2-40B4-BE49-F238E27FC236}">
                  <a16:creationId xmlns:a16="http://schemas.microsoft.com/office/drawing/2014/main" id="{E7082E04-BF95-41E0-BBE4-4ADA5337DA16}"/>
                </a:ext>
              </a:extLst>
            </p:cNvPr>
            <p:cNvSpPr txBox="1"/>
            <p:nvPr/>
          </p:nvSpPr>
          <p:spPr>
            <a:xfrm>
              <a:off x="2057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5" name="テキスト ボックス 114">
              <a:extLst>
                <a:ext uri="{FF2B5EF4-FFF2-40B4-BE49-F238E27FC236}">
                  <a16:creationId xmlns:a16="http://schemas.microsoft.com/office/drawing/2014/main" id="{DB4DA3B6-7DF5-4D0B-B9E9-276B0D75B1D2}"/>
                </a:ext>
              </a:extLst>
            </p:cNvPr>
            <p:cNvSpPr txBox="1"/>
            <p:nvPr/>
          </p:nvSpPr>
          <p:spPr>
            <a:xfrm>
              <a:off x="3065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16" name="テキスト ボックス 115">
              <a:extLst>
                <a:ext uri="{FF2B5EF4-FFF2-40B4-BE49-F238E27FC236}">
                  <a16:creationId xmlns:a16="http://schemas.microsoft.com/office/drawing/2014/main" id="{0D49E7D9-BFC1-4B39-ACF2-A472A1BCEC11}"/>
                </a:ext>
              </a:extLst>
            </p:cNvPr>
            <p:cNvSpPr txBox="1"/>
            <p:nvPr/>
          </p:nvSpPr>
          <p:spPr>
            <a:xfrm>
              <a:off x="2561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08" name="テキスト ボックス 107">
              <a:extLst>
                <a:ext uri="{FF2B5EF4-FFF2-40B4-BE49-F238E27FC236}">
                  <a16:creationId xmlns:a16="http://schemas.microsoft.com/office/drawing/2014/main" id="{C7A9F76B-8165-490D-A30A-B30473773520}"/>
                </a:ext>
              </a:extLst>
            </p:cNvPr>
            <p:cNvSpPr txBox="1"/>
            <p:nvPr/>
          </p:nvSpPr>
          <p:spPr>
            <a:xfrm>
              <a:off x="2057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sp>
        <p:nvSpPr>
          <p:cNvPr id="99" name="テキスト ボックス 98">
            <a:extLst>
              <a:ext uri="{FF2B5EF4-FFF2-40B4-BE49-F238E27FC236}">
                <a16:creationId xmlns:a16="http://schemas.microsoft.com/office/drawing/2014/main" id="{49741939-93D2-4C24-B31C-23E9B90A6423}"/>
              </a:ext>
            </a:extLst>
          </p:cNvPr>
          <p:cNvSpPr txBox="1"/>
          <p:nvPr/>
        </p:nvSpPr>
        <p:spPr>
          <a:xfrm>
            <a:off x="2732130" y="221035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211</a:t>
            </a:r>
            <a:endParaRPr kumimoji="1" lang="ja-JP" altLang="en-US" b="0" dirty="0">
              <a:latin typeface="Trebuchet MS" panose="020B0603020202020204" pitchFamily="34" charset="0"/>
            </a:endParaRPr>
          </a:p>
        </p:txBody>
      </p:sp>
      <p:sp>
        <p:nvSpPr>
          <p:cNvPr id="100" name="テキスト ボックス 99">
            <a:extLst>
              <a:ext uri="{FF2B5EF4-FFF2-40B4-BE49-F238E27FC236}">
                <a16:creationId xmlns:a16="http://schemas.microsoft.com/office/drawing/2014/main" id="{CA17B16F-536E-4E3E-94FE-D9E6B5009936}"/>
              </a:ext>
            </a:extLst>
          </p:cNvPr>
          <p:cNvSpPr txBox="1"/>
          <p:nvPr/>
        </p:nvSpPr>
        <p:spPr>
          <a:xfrm>
            <a:off x="3219189" y="2210355"/>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101" name="テキスト ボックス 100">
            <a:extLst>
              <a:ext uri="{FF2B5EF4-FFF2-40B4-BE49-F238E27FC236}">
                <a16:creationId xmlns:a16="http://schemas.microsoft.com/office/drawing/2014/main" id="{31C2F2AE-AD7D-470C-A94D-F82495CE8F8B}"/>
              </a:ext>
            </a:extLst>
          </p:cNvPr>
          <p:cNvSpPr txBox="1"/>
          <p:nvPr/>
        </p:nvSpPr>
        <p:spPr>
          <a:xfrm>
            <a:off x="3715764" y="2218299"/>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102" name="テキスト ボックス 101">
            <a:extLst>
              <a:ext uri="{FF2B5EF4-FFF2-40B4-BE49-F238E27FC236}">
                <a16:creationId xmlns:a16="http://schemas.microsoft.com/office/drawing/2014/main" id="{A1AD77A7-02D5-4BD2-9281-DE107C2498E6}"/>
              </a:ext>
            </a:extLst>
          </p:cNvPr>
          <p:cNvSpPr txBox="1"/>
          <p:nvPr/>
        </p:nvSpPr>
        <p:spPr>
          <a:xfrm>
            <a:off x="3705506" y="2712982"/>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103" name="テキスト ボックス 102">
            <a:extLst>
              <a:ext uri="{FF2B5EF4-FFF2-40B4-BE49-F238E27FC236}">
                <a16:creationId xmlns:a16="http://schemas.microsoft.com/office/drawing/2014/main" id="{B792CAF3-1ECA-472A-B930-EF3F6F60FD12}"/>
              </a:ext>
            </a:extLst>
          </p:cNvPr>
          <p:cNvSpPr txBox="1"/>
          <p:nvPr/>
        </p:nvSpPr>
        <p:spPr>
          <a:xfrm>
            <a:off x="3219189" y="2723124"/>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104" name="テキスト ボックス 103">
            <a:extLst>
              <a:ext uri="{FF2B5EF4-FFF2-40B4-BE49-F238E27FC236}">
                <a16:creationId xmlns:a16="http://schemas.microsoft.com/office/drawing/2014/main" id="{714D24EB-F100-4359-9C95-6FEDD3C0FD7B}"/>
              </a:ext>
            </a:extLst>
          </p:cNvPr>
          <p:cNvSpPr txBox="1"/>
          <p:nvPr/>
        </p:nvSpPr>
        <p:spPr>
          <a:xfrm>
            <a:off x="2741095" y="271298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174</a:t>
            </a:r>
            <a:endParaRPr kumimoji="1" lang="ja-JP" altLang="en-US" b="0" dirty="0">
              <a:latin typeface="Trebuchet MS" panose="020B0603020202020204" pitchFamily="34" charset="0"/>
            </a:endParaRPr>
          </a:p>
        </p:txBody>
      </p:sp>
      <p:sp>
        <p:nvSpPr>
          <p:cNvPr id="105" name="テキスト ボックス 104">
            <a:extLst>
              <a:ext uri="{FF2B5EF4-FFF2-40B4-BE49-F238E27FC236}">
                <a16:creationId xmlns:a16="http://schemas.microsoft.com/office/drawing/2014/main" id="{71DDC5FA-A7F6-4869-B275-BF871D0F561E}"/>
              </a:ext>
            </a:extLst>
          </p:cNvPr>
          <p:cNvSpPr txBox="1"/>
          <p:nvPr/>
        </p:nvSpPr>
        <p:spPr>
          <a:xfrm>
            <a:off x="2729930" y="322449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a:t>
            </a:r>
            <a:endParaRPr kumimoji="1" lang="ja-JP" altLang="en-US" b="0" dirty="0">
              <a:latin typeface="Trebuchet MS" panose="020B0603020202020204" pitchFamily="34" charset="0"/>
            </a:endParaRPr>
          </a:p>
        </p:txBody>
      </p:sp>
      <p:sp>
        <p:nvSpPr>
          <p:cNvPr id="106" name="テキスト ボックス 105">
            <a:extLst>
              <a:ext uri="{FF2B5EF4-FFF2-40B4-BE49-F238E27FC236}">
                <a16:creationId xmlns:a16="http://schemas.microsoft.com/office/drawing/2014/main" id="{04C78572-4B8A-4368-9169-B9B4098E1F97}"/>
              </a:ext>
            </a:extLst>
          </p:cNvPr>
          <p:cNvSpPr txBox="1"/>
          <p:nvPr/>
        </p:nvSpPr>
        <p:spPr>
          <a:xfrm>
            <a:off x="3233930" y="3232291"/>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sp>
        <p:nvSpPr>
          <p:cNvPr id="107" name="テキスト ボックス 106">
            <a:extLst>
              <a:ext uri="{FF2B5EF4-FFF2-40B4-BE49-F238E27FC236}">
                <a16:creationId xmlns:a16="http://schemas.microsoft.com/office/drawing/2014/main" id="{100AD19D-ACCF-4CDE-9D08-CEC08CD56E16}"/>
              </a:ext>
            </a:extLst>
          </p:cNvPr>
          <p:cNvSpPr txBox="1"/>
          <p:nvPr/>
        </p:nvSpPr>
        <p:spPr>
          <a:xfrm>
            <a:off x="3722316" y="3231307"/>
            <a:ext cx="555812" cy="369332"/>
          </a:xfrm>
          <a:prstGeom prst="rect">
            <a:avLst/>
          </a:prstGeom>
          <a:noFill/>
        </p:spPr>
        <p:txBody>
          <a:bodyPr wrap="square" rtlCol="0">
            <a:spAutoFit/>
          </a:bodyPr>
          <a:lstStyle/>
          <a:p>
            <a:pPr algn="ctr"/>
            <a:endParaRPr kumimoji="1" lang="ja-JP" altLang="en-US" b="0" dirty="0">
              <a:latin typeface="Trebuchet MS" panose="020B0603020202020204" pitchFamily="34" charset="0"/>
            </a:endParaRPr>
          </a:p>
        </p:txBody>
      </p:sp>
      <p:grpSp>
        <p:nvGrpSpPr>
          <p:cNvPr id="18" name="グループ化 17">
            <a:extLst>
              <a:ext uri="{FF2B5EF4-FFF2-40B4-BE49-F238E27FC236}">
                <a16:creationId xmlns:a16="http://schemas.microsoft.com/office/drawing/2014/main" id="{038F091F-0D70-4C34-9E3C-CC96D8BA47F9}"/>
              </a:ext>
            </a:extLst>
          </p:cNvPr>
          <p:cNvGrpSpPr/>
          <p:nvPr/>
        </p:nvGrpSpPr>
        <p:grpSpPr>
          <a:xfrm>
            <a:off x="1234596" y="2153331"/>
            <a:ext cx="1512000" cy="1507220"/>
            <a:chOff x="2057188" y="4113587"/>
            <a:chExt cx="1512000" cy="1507220"/>
          </a:xfrm>
          <a:solidFill>
            <a:schemeClr val="accent6">
              <a:lumMod val="60000"/>
              <a:lumOff val="40000"/>
            </a:schemeClr>
          </a:solidFill>
        </p:grpSpPr>
        <p:sp>
          <p:nvSpPr>
            <p:cNvPr id="29" name="テキスト ボックス 28">
              <a:extLst>
                <a:ext uri="{FF2B5EF4-FFF2-40B4-BE49-F238E27FC236}">
                  <a16:creationId xmlns:a16="http://schemas.microsoft.com/office/drawing/2014/main" id="{36A66D1F-D715-4225-8B20-498A32BA1017}"/>
                </a:ext>
              </a:extLst>
            </p:cNvPr>
            <p:cNvSpPr txBox="1"/>
            <p:nvPr/>
          </p:nvSpPr>
          <p:spPr>
            <a:xfrm>
              <a:off x="3065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0" name="テキスト ボックス 29">
              <a:extLst>
                <a:ext uri="{FF2B5EF4-FFF2-40B4-BE49-F238E27FC236}">
                  <a16:creationId xmlns:a16="http://schemas.microsoft.com/office/drawing/2014/main" id="{343E1D0E-D026-434E-91AD-23162D74699B}"/>
                </a:ext>
              </a:extLst>
            </p:cNvPr>
            <p:cNvSpPr txBox="1"/>
            <p:nvPr/>
          </p:nvSpPr>
          <p:spPr>
            <a:xfrm>
              <a:off x="2561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1" name="テキスト ボックス 30">
              <a:extLst>
                <a:ext uri="{FF2B5EF4-FFF2-40B4-BE49-F238E27FC236}">
                  <a16:creationId xmlns:a16="http://schemas.microsoft.com/office/drawing/2014/main" id="{5369DD2A-C7EC-4936-9B4B-FC3F2EB90442}"/>
                </a:ext>
              </a:extLst>
            </p:cNvPr>
            <p:cNvSpPr txBox="1"/>
            <p:nvPr/>
          </p:nvSpPr>
          <p:spPr>
            <a:xfrm>
              <a:off x="2057188" y="511680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2" name="テキスト ボックス 31">
              <a:extLst>
                <a:ext uri="{FF2B5EF4-FFF2-40B4-BE49-F238E27FC236}">
                  <a16:creationId xmlns:a16="http://schemas.microsoft.com/office/drawing/2014/main" id="{3AB473DD-0E49-4990-A061-12C7B269E8F5}"/>
                </a:ext>
              </a:extLst>
            </p:cNvPr>
            <p:cNvSpPr txBox="1"/>
            <p:nvPr/>
          </p:nvSpPr>
          <p:spPr>
            <a:xfrm>
              <a:off x="3065188" y="4616911"/>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3" name="テキスト ボックス 32">
              <a:extLst>
                <a:ext uri="{FF2B5EF4-FFF2-40B4-BE49-F238E27FC236}">
                  <a16:creationId xmlns:a16="http://schemas.microsoft.com/office/drawing/2014/main" id="{ADA02417-F9BA-463A-A34A-A615A6B017E6}"/>
                </a:ext>
              </a:extLst>
            </p:cNvPr>
            <p:cNvSpPr txBox="1"/>
            <p:nvPr/>
          </p:nvSpPr>
          <p:spPr>
            <a:xfrm>
              <a:off x="2561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4" name="テキスト ボックス 33">
              <a:extLst>
                <a:ext uri="{FF2B5EF4-FFF2-40B4-BE49-F238E27FC236}">
                  <a16:creationId xmlns:a16="http://schemas.microsoft.com/office/drawing/2014/main" id="{B23C0222-B330-4355-927D-988175FDD08B}"/>
                </a:ext>
              </a:extLst>
            </p:cNvPr>
            <p:cNvSpPr txBox="1"/>
            <p:nvPr/>
          </p:nvSpPr>
          <p:spPr>
            <a:xfrm>
              <a:off x="2057188" y="4616373"/>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5" name="テキスト ボックス 34">
              <a:extLst>
                <a:ext uri="{FF2B5EF4-FFF2-40B4-BE49-F238E27FC236}">
                  <a16:creationId xmlns:a16="http://schemas.microsoft.com/office/drawing/2014/main" id="{084C0B94-6D45-48FC-A5A0-D4061B0CF0FB}"/>
                </a:ext>
              </a:extLst>
            </p:cNvPr>
            <p:cNvSpPr txBox="1"/>
            <p:nvPr/>
          </p:nvSpPr>
          <p:spPr>
            <a:xfrm>
              <a:off x="3065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36" name="テキスト ボックス 35">
              <a:extLst>
                <a:ext uri="{FF2B5EF4-FFF2-40B4-BE49-F238E27FC236}">
                  <a16:creationId xmlns:a16="http://schemas.microsoft.com/office/drawing/2014/main" id="{F875A742-1884-4DA5-AEAF-554A047867F3}"/>
                </a:ext>
              </a:extLst>
            </p:cNvPr>
            <p:cNvSpPr txBox="1"/>
            <p:nvPr/>
          </p:nvSpPr>
          <p:spPr>
            <a:xfrm>
              <a:off x="2561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8" name="テキスト ボックス 27">
              <a:extLst>
                <a:ext uri="{FF2B5EF4-FFF2-40B4-BE49-F238E27FC236}">
                  <a16:creationId xmlns:a16="http://schemas.microsoft.com/office/drawing/2014/main" id="{71215452-FF93-4263-9008-4EC3CA89D803}"/>
                </a:ext>
              </a:extLst>
            </p:cNvPr>
            <p:cNvSpPr txBox="1"/>
            <p:nvPr/>
          </p:nvSpPr>
          <p:spPr>
            <a:xfrm>
              <a:off x="2057188" y="4113587"/>
              <a:ext cx="504000" cy="504000"/>
            </a:xfrm>
            <a:prstGeom prst="rect">
              <a:avLst/>
            </a:prstGeom>
            <a:grp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grpSp>
      <p:sp>
        <p:nvSpPr>
          <p:cNvPr id="19" name="テキスト ボックス 18">
            <a:extLst>
              <a:ext uri="{FF2B5EF4-FFF2-40B4-BE49-F238E27FC236}">
                <a16:creationId xmlns:a16="http://schemas.microsoft.com/office/drawing/2014/main" id="{BB50F7B5-3164-4728-B328-6E1542519A2D}"/>
              </a:ext>
            </a:extLst>
          </p:cNvPr>
          <p:cNvSpPr txBox="1"/>
          <p:nvPr/>
        </p:nvSpPr>
        <p:spPr>
          <a:xfrm>
            <a:off x="1225631" y="2209748"/>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200</a:t>
            </a:r>
            <a:endParaRPr kumimoji="1" lang="ja-JP" altLang="en-US" b="0" dirty="0">
              <a:latin typeface="Trebuchet MS" panose="020B0603020202020204" pitchFamily="34" charset="0"/>
            </a:endParaRPr>
          </a:p>
        </p:txBody>
      </p:sp>
      <p:sp>
        <p:nvSpPr>
          <p:cNvPr id="20" name="テキスト ボックス 19">
            <a:extLst>
              <a:ext uri="{FF2B5EF4-FFF2-40B4-BE49-F238E27FC236}">
                <a16:creationId xmlns:a16="http://schemas.microsoft.com/office/drawing/2014/main" id="{EC1DE189-47E1-4E63-A3F3-DF71D17E2E51}"/>
              </a:ext>
            </a:extLst>
          </p:cNvPr>
          <p:cNvSpPr txBox="1"/>
          <p:nvPr/>
        </p:nvSpPr>
        <p:spPr>
          <a:xfrm>
            <a:off x="1712690" y="2209748"/>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21" name="テキスト ボックス 20">
            <a:extLst>
              <a:ext uri="{FF2B5EF4-FFF2-40B4-BE49-F238E27FC236}">
                <a16:creationId xmlns:a16="http://schemas.microsoft.com/office/drawing/2014/main" id="{A55E0006-BF93-40E5-AF62-67FCC208F723}"/>
              </a:ext>
            </a:extLst>
          </p:cNvPr>
          <p:cNvSpPr txBox="1"/>
          <p:nvPr/>
        </p:nvSpPr>
        <p:spPr>
          <a:xfrm>
            <a:off x="2209265" y="221769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120</a:t>
            </a:r>
            <a:endParaRPr kumimoji="1" lang="ja-JP" altLang="en-US" b="0" dirty="0">
              <a:latin typeface="Trebuchet MS" panose="020B0603020202020204" pitchFamily="34" charset="0"/>
            </a:endParaRPr>
          </a:p>
        </p:txBody>
      </p:sp>
      <p:sp>
        <p:nvSpPr>
          <p:cNvPr id="22" name="テキスト ボックス 21">
            <a:extLst>
              <a:ext uri="{FF2B5EF4-FFF2-40B4-BE49-F238E27FC236}">
                <a16:creationId xmlns:a16="http://schemas.microsoft.com/office/drawing/2014/main" id="{963EB448-F2F7-4AA9-839D-A31B6DE37D11}"/>
              </a:ext>
            </a:extLst>
          </p:cNvPr>
          <p:cNvSpPr txBox="1"/>
          <p:nvPr/>
        </p:nvSpPr>
        <p:spPr>
          <a:xfrm>
            <a:off x="2199007" y="271237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23" name="テキスト ボックス 22">
            <a:extLst>
              <a:ext uri="{FF2B5EF4-FFF2-40B4-BE49-F238E27FC236}">
                <a16:creationId xmlns:a16="http://schemas.microsoft.com/office/drawing/2014/main" id="{C5F7F1B1-490E-4A92-8C94-A3B046840BA8}"/>
              </a:ext>
            </a:extLst>
          </p:cNvPr>
          <p:cNvSpPr txBox="1"/>
          <p:nvPr/>
        </p:nvSpPr>
        <p:spPr>
          <a:xfrm>
            <a:off x="1712690" y="2722517"/>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129</a:t>
            </a:r>
            <a:endParaRPr kumimoji="1" lang="ja-JP" altLang="en-US" b="0" dirty="0">
              <a:latin typeface="Trebuchet MS" panose="020B0603020202020204" pitchFamily="34" charset="0"/>
            </a:endParaRPr>
          </a:p>
        </p:txBody>
      </p:sp>
      <p:sp>
        <p:nvSpPr>
          <p:cNvPr id="24" name="テキスト ボックス 23">
            <a:extLst>
              <a:ext uri="{FF2B5EF4-FFF2-40B4-BE49-F238E27FC236}">
                <a16:creationId xmlns:a16="http://schemas.microsoft.com/office/drawing/2014/main" id="{D671C58A-1161-47D4-A7FE-2F1D73EE254E}"/>
              </a:ext>
            </a:extLst>
          </p:cNvPr>
          <p:cNvSpPr txBox="1"/>
          <p:nvPr/>
        </p:nvSpPr>
        <p:spPr>
          <a:xfrm>
            <a:off x="1234596" y="271237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153</a:t>
            </a:r>
            <a:endParaRPr kumimoji="1" lang="ja-JP" altLang="en-US" b="0" dirty="0">
              <a:latin typeface="Trebuchet MS" panose="020B0603020202020204" pitchFamily="34" charset="0"/>
            </a:endParaRPr>
          </a:p>
        </p:txBody>
      </p:sp>
      <p:sp>
        <p:nvSpPr>
          <p:cNvPr id="25" name="テキスト ボックス 24">
            <a:extLst>
              <a:ext uri="{FF2B5EF4-FFF2-40B4-BE49-F238E27FC236}">
                <a16:creationId xmlns:a16="http://schemas.microsoft.com/office/drawing/2014/main" id="{8390AA0D-ABDC-466D-A0FB-2DCAB595E64E}"/>
              </a:ext>
            </a:extLst>
          </p:cNvPr>
          <p:cNvSpPr txBox="1"/>
          <p:nvPr/>
        </p:nvSpPr>
        <p:spPr>
          <a:xfrm>
            <a:off x="1223431" y="3223885"/>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26" name="テキスト ボックス 25">
            <a:extLst>
              <a:ext uri="{FF2B5EF4-FFF2-40B4-BE49-F238E27FC236}">
                <a16:creationId xmlns:a16="http://schemas.microsoft.com/office/drawing/2014/main" id="{8A8EBBE5-5B96-4302-8233-24793B239670}"/>
              </a:ext>
            </a:extLst>
          </p:cNvPr>
          <p:cNvSpPr txBox="1"/>
          <p:nvPr/>
        </p:nvSpPr>
        <p:spPr>
          <a:xfrm>
            <a:off x="1727431" y="3231684"/>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255</a:t>
            </a:r>
            <a:endParaRPr kumimoji="1" lang="ja-JP" altLang="en-US" b="0" dirty="0">
              <a:latin typeface="Trebuchet MS" panose="020B0603020202020204" pitchFamily="34" charset="0"/>
            </a:endParaRPr>
          </a:p>
        </p:txBody>
      </p:sp>
      <p:sp>
        <p:nvSpPr>
          <p:cNvPr id="27" name="テキスト ボックス 26">
            <a:extLst>
              <a:ext uri="{FF2B5EF4-FFF2-40B4-BE49-F238E27FC236}">
                <a16:creationId xmlns:a16="http://schemas.microsoft.com/office/drawing/2014/main" id="{E8946BBF-0243-406E-AB29-A508282D2F03}"/>
              </a:ext>
            </a:extLst>
          </p:cNvPr>
          <p:cNvSpPr txBox="1"/>
          <p:nvPr/>
        </p:nvSpPr>
        <p:spPr>
          <a:xfrm>
            <a:off x="2215817" y="3230700"/>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165</a:t>
            </a:r>
            <a:endParaRPr kumimoji="1" lang="ja-JP" altLang="en-US" b="0" dirty="0">
              <a:latin typeface="Trebuchet MS" panose="020B0603020202020204" pitchFamily="34" charset="0"/>
            </a:endParaRPr>
          </a:p>
        </p:txBody>
      </p:sp>
      <p:sp>
        <p:nvSpPr>
          <p:cNvPr id="8" name="正方形/長方形 7">
            <a:extLst>
              <a:ext uri="{FF2B5EF4-FFF2-40B4-BE49-F238E27FC236}">
                <a16:creationId xmlns:a16="http://schemas.microsoft.com/office/drawing/2014/main" id="{8C81FC59-3968-4EEF-9CFB-4223A114F31B}"/>
              </a:ext>
            </a:extLst>
          </p:cNvPr>
          <p:cNvSpPr/>
          <p:nvPr/>
        </p:nvSpPr>
        <p:spPr bwMode="auto">
          <a:xfrm>
            <a:off x="1239354" y="2149388"/>
            <a:ext cx="504000" cy="5040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118" name="矢印: 右 117">
            <a:extLst>
              <a:ext uri="{FF2B5EF4-FFF2-40B4-BE49-F238E27FC236}">
                <a16:creationId xmlns:a16="http://schemas.microsoft.com/office/drawing/2014/main" id="{E26E5606-00EA-4E77-BDCC-37994698632F}"/>
              </a:ext>
            </a:extLst>
          </p:cNvPr>
          <p:cNvSpPr/>
          <p:nvPr/>
        </p:nvSpPr>
        <p:spPr bwMode="auto">
          <a:xfrm>
            <a:off x="4557399" y="3346786"/>
            <a:ext cx="1129553" cy="627530"/>
          </a:xfrm>
          <a:prstGeom prst="rightArrow">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119" name="テキスト ボックス 118">
            <a:extLst>
              <a:ext uri="{FF2B5EF4-FFF2-40B4-BE49-F238E27FC236}">
                <a16:creationId xmlns:a16="http://schemas.microsoft.com/office/drawing/2014/main" id="{0DC61734-577E-4320-B12A-19EEB03D5253}"/>
              </a:ext>
            </a:extLst>
          </p:cNvPr>
          <p:cNvSpPr txBox="1"/>
          <p:nvPr/>
        </p:nvSpPr>
        <p:spPr>
          <a:xfrm>
            <a:off x="5890302" y="3505854"/>
            <a:ext cx="1485900"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最小値は </a:t>
            </a:r>
            <a:r>
              <a:rPr kumimoji="1" lang="en-US" altLang="ja-JP" b="0" dirty="0">
                <a:latin typeface="メイリオ" panose="020B0604030504040204" pitchFamily="50" charset="-128"/>
                <a:ea typeface="メイリオ" panose="020B0604030504040204" pitchFamily="50" charset="-128"/>
              </a:rPr>
              <a:t>0</a:t>
            </a:r>
            <a:endParaRPr kumimoji="1" lang="ja-JP" altLang="en-US" b="0" dirty="0">
              <a:latin typeface="メイリオ" panose="020B0604030504040204" pitchFamily="50" charset="-128"/>
              <a:ea typeface="メイリオ" panose="020B0604030504040204" pitchFamily="50" charset="-128"/>
            </a:endParaRPr>
          </a:p>
        </p:txBody>
      </p:sp>
      <p:sp>
        <p:nvSpPr>
          <p:cNvPr id="120" name="正方形/長方形 119">
            <a:extLst>
              <a:ext uri="{FF2B5EF4-FFF2-40B4-BE49-F238E27FC236}">
                <a16:creationId xmlns:a16="http://schemas.microsoft.com/office/drawing/2014/main" id="{025BCC21-ED12-4DC1-81AF-BFCADEB5E226}"/>
              </a:ext>
            </a:extLst>
          </p:cNvPr>
          <p:cNvSpPr/>
          <p:nvPr/>
        </p:nvSpPr>
        <p:spPr bwMode="auto">
          <a:xfrm>
            <a:off x="1229838" y="3149867"/>
            <a:ext cx="504000" cy="5040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17934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38" presetClass="path" presetSubtype="0" accel="50000" decel="50000" fill="hold" grpId="1" nodeType="withEffect">
                                  <p:stCondLst>
                                    <p:cond delay="0"/>
                                  </p:stCondLst>
                                  <p:childTnLst>
                                    <p:animMotion origin="layout" path="M 0.00052 -0.00046 C 0.09253 0.00671 0.18403 0.00347 0.27448 0.01204 C 0.18403 0.01968 0.09201 0.06157 -0.00035 0.06968 C 0.09201 0.07801 0.18403 0.06412 0.27448 0.07222 C 0.18403 0.08009 0.09201 0.13796 -0.00035 0.14583 C 0.09201 0.1544 0.18403 0.13773 0.27448 0.14606 C 0.18403 0.15393 0.09201 0.2044 0.00052 0.2125 C 0.00052 0.22431 0.22951 0.20995 0.27448 0.21921 C 0.27448 0.23218 -0.00035 0.27616 -0.00035 0.29282 C 0.09201 0.30046 0.18298 0.2912 0.27396 0.29954 C 0.18298 0.30671 0.09097 0.35139 -0.00157 0.35856 C 0.09097 0.36806 0.18403 0.35856 0.27448 0.36759 " pathEditMode="relative" rAng="5400000" ptsTypes="AAAAAAAAAAAA">
                                      <p:cBhvr>
                                        <p:cTn id="9" dur="2000" fill="hold"/>
                                        <p:tgtEl>
                                          <p:spTgt spid="8"/>
                                        </p:tgtEl>
                                        <p:attrNameLst>
                                          <p:attrName>ppt_x</p:attrName>
                                          <p:attrName>ppt_y</p:attrName>
                                        </p:attrNameLst>
                                      </p:cBhvr>
                                      <p:rCtr x="13594" y="18403"/>
                                    </p:animMotion>
                                  </p:childTnLst>
                                </p:cTn>
                              </p:par>
                            </p:childTnLst>
                          </p:cTn>
                        </p:par>
                        <p:par>
                          <p:cTn id="10" fill="hold">
                            <p:stCondLst>
                              <p:cond delay="2000"/>
                            </p:stCondLst>
                            <p:childTnLst>
                              <p:par>
                                <p:cTn id="11" presetID="10" presetClass="exit" presetSubtype="0" fill="hold" grpId="2" nodeType="after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0"/>
                                        </p:tgtEl>
                                        <p:attrNameLst>
                                          <p:attrName>style.visibility</p:attrName>
                                        </p:attrNameLst>
                                      </p:cBhvr>
                                      <p:to>
                                        <p:strVal val="visible"/>
                                      </p:to>
                                    </p:set>
                                    <p:animEffect transition="in" filter="fade">
                                      <p:cBhvr>
                                        <p:cTn id="17" dur="500"/>
                                        <p:tgtEl>
                                          <p:spTgt spid="120"/>
                                        </p:tgtEl>
                                      </p:cBhvr>
                                    </p:animEffect>
                                  </p:childTnLst>
                                </p:cTn>
                              </p:par>
                              <p:par>
                                <p:cTn id="18" presetID="26" presetClass="emph" presetSubtype="0" fill="hold" grpId="1" nodeType="withEffect">
                                  <p:stCondLst>
                                    <p:cond delay="0"/>
                                  </p:stCondLst>
                                  <p:childTnLst>
                                    <p:animEffect transition="out" filter="fade">
                                      <p:cBhvr>
                                        <p:cTn id="19" dur="500" tmFilter="0, 0; .2, .5; .8, .5; 1, 0"/>
                                        <p:tgtEl>
                                          <p:spTgt spid="120"/>
                                        </p:tgtEl>
                                      </p:cBhvr>
                                    </p:animEffect>
                                    <p:animScale>
                                      <p:cBhvr>
                                        <p:cTn id="20" dur="250" autoRev="1" fill="hold"/>
                                        <p:tgtEl>
                                          <p:spTgt spid="120"/>
                                        </p:tgtEl>
                                      </p:cBhvr>
                                      <p:by x="105000" y="105000"/>
                                    </p:animScale>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118"/>
                                        </p:tgtEl>
                                        <p:attrNameLst>
                                          <p:attrName>style.visibility</p:attrName>
                                        </p:attrNameLst>
                                      </p:cBhvr>
                                      <p:to>
                                        <p:strVal val="visible"/>
                                      </p:to>
                                    </p:set>
                                    <p:animEffect transition="in" filter="fade">
                                      <p:cBhvr>
                                        <p:cTn id="24" dur="500"/>
                                        <p:tgtEl>
                                          <p:spTgt spid="118"/>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9"/>
                                        </p:tgtEl>
                                        <p:attrNameLst>
                                          <p:attrName>style.visibility</p:attrName>
                                        </p:attrNameLst>
                                      </p:cBhvr>
                                      <p:to>
                                        <p:strVal val="visible"/>
                                      </p:to>
                                    </p:set>
                                    <p:animEffect transition="in" filter="fade">
                                      <p:cBhvr>
                                        <p:cTn id="28"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118" grpId="0" animBg="1"/>
      <p:bldP spid="119" grpId="0"/>
      <p:bldP spid="120" grpId="0" animBg="1"/>
      <p:bldP spid="12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2EB1AE89-C767-4F42-A04C-B370E45F108B}"/>
              </a:ext>
            </a:extLst>
          </p:cNvPr>
          <p:cNvSpPr>
            <a:spLocks noGrp="1"/>
          </p:cNvSpPr>
          <p:nvPr>
            <p:ph type="body" idx="1"/>
          </p:nvPr>
        </p:nvSpPr>
        <p:spPr/>
        <p:txBody>
          <a:bodyPr/>
          <a:lstStyle/>
          <a:p>
            <a:pPr>
              <a:buFont typeface="+mj-lt"/>
              <a:buAutoNum type="arabicPeriod" startAt="4"/>
            </a:pPr>
            <a:r>
              <a:rPr lang="ja-JP" altLang="en-US" dirty="0"/>
              <a:t>結果画像に値を代入する．</a:t>
            </a:r>
            <a:endParaRPr lang="en-US" altLang="ja-JP" dirty="0"/>
          </a:p>
          <a:p>
            <a:pPr lvl="1"/>
            <a:r>
              <a:rPr lang="ja-JP" altLang="en-US" dirty="0"/>
              <a:t>参考画像で最小値が入っていた場所と同じ場所に元画像ソート後の </a:t>
            </a:r>
            <a:r>
              <a:rPr lang="en-US" altLang="ja-JP" dirty="0"/>
              <a:t>n </a:t>
            </a:r>
            <a:r>
              <a:rPr lang="ja-JP" altLang="en-US" dirty="0"/>
              <a:t>番目の画素値を結果画像に代入する．</a:t>
            </a:r>
            <a:endParaRPr lang="en-US" altLang="ja-JP" dirty="0"/>
          </a:p>
          <a:p>
            <a:pPr lvl="2"/>
            <a:r>
              <a:rPr lang="ja-JP" altLang="en-US" dirty="0"/>
              <a:t>この時 </a:t>
            </a:r>
            <a:r>
              <a:rPr lang="en-US" altLang="ja-JP" dirty="0"/>
              <a:t>n </a:t>
            </a:r>
            <a:r>
              <a:rPr lang="ja-JP" altLang="en-US" dirty="0"/>
              <a:t>とは，この処理を行った回数である．</a:t>
            </a:r>
            <a:endParaRPr lang="en-US" altLang="ja-JP" dirty="0"/>
          </a:p>
          <a:p>
            <a:pPr lvl="1"/>
            <a:r>
              <a:rPr lang="ja-JP" altLang="en-US" dirty="0"/>
              <a:t>使用した場所の画素値を再度使用しないようするため，</a:t>
            </a:r>
            <a:r>
              <a:rPr lang="en-US" altLang="ja-JP" dirty="0"/>
              <a:t>1000</a:t>
            </a:r>
            <a:r>
              <a:rPr lang="ja-JP" altLang="en-US" dirty="0"/>
              <a:t> を代入する．</a:t>
            </a:r>
            <a:endParaRPr lang="en-US" altLang="ja-JP" dirty="0"/>
          </a:p>
          <a:p>
            <a:pPr lvl="2"/>
            <a:endParaRPr lang="en-US" altLang="ja-JP" dirty="0"/>
          </a:p>
          <a:p>
            <a:pPr lvl="2"/>
            <a:endParaRPr lang="en-US" altLang="ja-JP" dirty="0"/>
          </a:p>
          <a:p>
            <a:pPr lvl="2"/>
            <a:endParaRPr lang="en-US" altLang="ja-JP" dirty="0"/>
          </a:p>
          <a:p>
            <a:pPr lvl="2"/>
            <a:endParaRPr lang="en-US" altLang="ja-JP" dirty="0"/>
          </a:p>
          <a:p>
            <a:pPr lvl="2"/>
            <a:endParaRPr lang="en-US" altLang="ja-JP" dirty="0"/>
          </a:p>
          <a:p>
            <a:pPr lvl="2"/>
            <a:endParaRPr lang="en-US" altLang="ja-JP" dirty="0"/>
          </a:p>
          <a:p>
            <a:pPr lvl="2"/>
            <a:endParaRPr lang="en-US" altLang="ja-JP" dirty="0"/>
          </a:p>
          <a:p>
            <a:pPr lvl="2"/>
            <a:endParaRPr lang="en-US" altLang="ja-JP" dirty="0"/>
          </a:p>
          <a:p>
            <a:pPr lvl="2"/>
            <a:endParaRPr lang="en-US" altLang="ja-JP" dirty="0"/>
          </a:p>
          <a:p>
            <a:pPr marL="909637" lvl="2" indent="0">
              <a:buNone/>
            </a:pPr>
            <a:endParaRPr lang="en-US" altLang="ja-JP" dirty="0"/>
          </a:p>
        </p:txBody>
      </p:sp>
      <p:sp>
        <p:nvSpPr>
          <p:cNvPr id="3" name="タイトル 2">
            <a:extLst>
              <a:ext uri="{FF2B5EF4-FFF2-40B4-BE49-F238E27FC236}">
                <a16:creationId xmlns:a16="http://schemas.microsoft.com/office/drawing/2014/main" id="{D4C56E27-1B03-45B0-8929-E642FB17960A}"/>
              </a:ext>
            </a:extLst>
          </p:cNvPr>
          <p:cNvSpPr>
            <a:spLocks noGrp="1"/>
          </p:cNvSpPr>
          <p:nvPr>
            <p:ph type="title"/>
          </p:nvPr>
        </p:nvSpPr>
        <p:spPr/>
        <p:txBody>
          <a:bodyPr/>
          <a:lstStyle/>
          <a:p>
            <a:r>
              <a:rPr lang="ja-JP" altLang="en-US" dirty="0"/>
              <a:t>結果画像の作成方法 </a:t>
            </a:r>
            <a:r>
              <a:rPr lang="en-US" altLang="ja-JP" dirty="0"/>
              <a:t>3/4</a:t>
            </a:r>
            <a:endParaRPr kumimoji="1" lang="ja-JP" altLang="en-US" dirty="0"/>
          </a:p>
        </p:txBody>
      </p:sp>
      <p:graphicFrame>
        <p:nvGraphicFramePr>
          <p:cNvPr id="2" name="表 4">
            <a:extLst>
              <a:ext uri="{FF2B5EF4-FFF2-40B4-BE49-F238E27FC236}">
                <a16:creationId xmlns:a16="http://schemas.microsoft.com/office/drawing/2014/main" id="{AA56DEBE-FAF7-49BA-8D01-45E34E7D815A}"/>
              </a:ext>
            </a:extLst>
          </p:cNvPr>
          <p:cNvGraphicFramePr>
            <a:graphicFrameLocks noGrp="1"/>
          </p:cNvGraphicFramePr>
          <p:nvPr>
            <p:extLst>
              <p:ext uri="{D42A27DB-BD31-4B8C-83A1-F6EECF244321}">
                <p14:modId xmlns:p14="http://schemas.microsoft.com/office/powerpoint/2010/main" val="2899973668"/>
              </p:ext>
            </p:extLst>
          </p:nvPr>
        </p:nvGraphicFramePr>
        <p:xfrm>
          <a:off x="2163197" y="2891715"/>
          <a:ext cx="2400000" cy="240000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2863364502"/>
                    </a:ext>
                  </a:extLst>
                </a:gridCol>
                <a:gridCol w="480000">
                  <a:extLst>
                    <a:ext uri="{9D8B030D-6E8A-4147-A177-3AD203B41FA5}">
                      <a16:colId xmlns:a16="http://schemas.microsoft.com/office/drawing/2014/main" val="786288405"/>
                    </a:ext>
                  </a:extLst>
                </a:gridCol>
                <a:gridCol w="480000">
                  <a:extLst>
                    <a:ext uri="{9D8B030D-6E8A-4147-A177-3AD203B41FA5}">
                      <a16:colId xmlns:a16="http://schemas.microsoft.com/office/drawing/2014/main" val="1717719192"/>
                    </a:ext>
                  </a:extLst>
                </a:gridCol>
                <a:gridCol w="480000">
                  <a:extLst>
                    <a:ext uri="{9D8B030D-6E8A-4147-A177-3AD203B41FA5}">
                      <a16:colId xmlns:a16="http://schemas.microsoft.com/office/drawing/2014/main" val="2373720218"/>
                    </a:ext>
                  </a:extLst>
                </a:gridCol>
                <a:gridCol w="480000">
                  <a:extLst>
                    <a:ext uri="{9D8B030D-6E8A-4147-A177-3AD203B41FA5}">
                      <a16:colId xmlns:a16="http://schemas.microsoft.com/office/drawing/2014/main" val="3439629250"/>
                    </a:ext>
                  </a:extLst>
                </a:gridCol>
              </a:tblGrid>
              <a:tr h="480000">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extLst>
                  <a:ext uri="{0D108BD9-81ED-4DB2-BD59-A6C34878D82A}">
                    <a16:rowId xmlns:a16="http://schemas.microsoft.com/office/drawing/2014/main" val="3286108695"/>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extLst>
                  <a:ext uri="{0D108BD9-81ED-4DB2-BD59-A6C34878D82A}">
                    <a16:rowId xmlns:a16="http://schemas.microsoft.com/office/drawing/2014/main" val="3796537458"/>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extLst>
                  <a:ext uri="{0D108BD9-81ED-4DB2-BD59-A6C34878D82A}">
                    <a16:rowId xmlns:a16="http://schemas.microsoft.com/office/drawing/2014/main" val="2444587790"/>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extLst>
                  <a:ext uri="{0D108BD9-81ED-4DB2-BD59-A6C34878D82A}">
                    <a16:rowId xmlns:a16="http://schemas.microsoft.com/office/drawing/2014/main" val="3697175888"/>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extLst>
                  <a:ext uri="{0D108BD9-81ED-4DB2-BD59-A6C34878D82A}">
                    <a16:rowId xmlns:a16="http://schemas.microsoft.com/office/drawing/2014/main" val="2245811545"/>
                  </a:ext>
                </a:extLst>
              </a:tr>
            </a:tbl>
          </a:graphicData>
        </a:graphic>
      </p:graphicFrame>
      <p:graphicFrame>
        <p:nvGraphicFramePr>
          <p:cNvPr id="116" name="表 4">
            <a:extLst>
              <a:ext uri="{FF2B5EF4-FFF2-40B4-BE49-F238E27FC236}">
                <a16:creationId xmlns:a16="http://schemas.microsoft.com/office/drawing/2014/main" id="{CE1182AE-0214-4450-983B-87106377EF43}"/>
              </a:ext>
            </a:extLst>
          </p:cNvPr>
          <p:cNvGraphicFramePr>
            <a:graphicFrameLocks noGrp="1"/>
          </p:cNvGraphicFramePr>
          <p:nvPr>
            <p:extLst>
              <p:ext uri="{D42A27DB-BD31-4B8C-83A1-F6EECF244321}">
                <p14:modId xmlns:p14="http://schemas.microsoft.com/office/powerpoint/2010/main" val="2627708620"/>
              </p:ext>
            </p:extLst>
          </p:nvPr>
        </p:nvGraphicFramePr>
        <p:xfrm>
          <a:off x="5233307" y="2885403"/>
          <a:ext cx="2400000" cy="240000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2863364502"/>
                    </a:ext>
                  </a:extLst>
                </a:gridCol>
                <a:gridCol w="480000">
                  <a:extLst>
                    <a:ext uri="{9D8B030D-6E8A-4147-A177-3AD203B41FA5}">
                      <a16:colId xmlns:a16="http://schemas.microsoft.com/office/drawing/2014/main" val="786288405"/>
                    </a:ext>
                  </a:extLst>
                </a:gridCol>
                <a:gridCol w="480000">
                  <a:extLst>
                    <a:ext uri="{9D8B030D-6E8A-4147-A177-3AD203B41FA5}">
                      <a16:colId xmlns:a16="http://schemas.microsoft.com/office/drawing/2014/main" val="1717719192"/>
                    </a:ext>
                  </a:extLst>
                </a:gridCol>
                <a:gridCol w="480000">
                  <a:extLst>
                    <a:ext uri="{9D8B030D-6E8A-4147-A177-3AD203B41FA5}">
                      <a16:colId xmlns:a16="http://schemas.microsoft.com/office/drawing/2014/main" val="2373720218"/>
                    </a:ext>
                  </a:extLst>
                </a:gridCol>
                <a:gridCol w="480000">
                  <a:extLst>
                    <a:ext uri="{9D8B030D-6E8A-4147-A177-3AD203B41FA5}">
                      <a16:colId xmlns:a16="http://schemas.microsoft.com/office/drawing/2014/main" val="3439629250"/>
                    </a:ext>
                  </a:extLst>
                </a:gridCol>
              </a:tblGrid>
              <a:tr h="480000">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extLst>
                  <a:ext uri="{0D108BD9-81ED-4DB2-BD59-A6C34878D82A}">
                    <a16:rowId xmlns:a16="http://schemas.microsoft.com/office/drawing/2014/main" val="3286108695"/>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extLst>
                  <a:ext uri="{0D108BD9-81ED-4DB2-BD59-A6C34878D82A}">
                    <a16:rowId xmlns:a16="http://schemas.microsoft.com/office/drawing/2014/main" val="3796537458"/>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extLst>
                  <a:ext uri="{0D108BD9-81ED-4DB2-BD59-A6C34878D82A}">
                    <a16:rowId xmlns:a16="http://schemas.microsoft.com/office/drawing/2014/main" val="2444587790"/>
                  </a:ext>
                </a:extLst>
              </a:tr>
              <a:tr h="480000">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extLst>
                  <a:ext uri="{0D108BD9-81ED-4DB2-BD59-A6C34878D82A}">
                    <a16:rowId xmlns:a16="http://schemas.microsoft.com/office/drawing/2014/main" val="3697175888"/>
                  </a:ext>
                </a:extLst>
              </a:tr>
              <a:tr h="480000">
                <a:tc>
                  <a:txBody>
                    <a:bodyPr/>
                    <a:lstStyle/>
                    <a:p>
                      <a:endParaRPr kumimoji="1" lang="ja-JP" altLang="en-US" dirty="0"/>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a:p>
                  </a:txBody>
                  <a:tcPr>
                    <a:solidFill>
                      <a:schemeClr val="accent6">
                        <a:lumMod val="60000"/>
                        <a:lumOff val="40000"/>
                      </a:schemeClr>
                    </a:solidFill>
                  </a:tcPr>
                </a:tc>
                <a:tc>
                  <a:txBody>
                    <a:bodyPr/>
                    <a:lstStyle/>
                    <a:p>
                      <a:endParaRPr kumimoji="1" lang="ja-JP" altLang="en-US" dirty="0"/>
                    </a:p>
                  </a:txBody>
                  <a:tcPr>
                    <a:solidFill>
                      <a:schemeClr val="accent6">
                        <a:lumMod val="60000"/>
                        <a:lumOff val="40000"/>
                      </a:schemeClr>
                    </a:solidFill>
                  </a:tcPr>
                </a:tc>
                <a:extLst>
                  <a:ext uri="{0D108BD9-81ED-4DB2-BD59-A6C34878D82A}">
                    <a16:rowId xmlns:a16="http://schemas.microsoft.com/office/drawing/2014/main" val="2245811545"/>
                  </a:ext>
                </a:extLst>
              </a:tr>
            </a:tbl>
          </a:graphicData>
        </a:graphic>
      </p:graphicFrame>
      <p:sp>
        <p:nvSpPr>
          <p:cNvPr id="133" name="テキスト ボックス 132">
            <a:extLst>
              <a:ext uri="{FF2B5EF4-FFF2-40B4-BE49-F238E27FC236}">
                <a16:creationId xmlns:a16="http://schemas.microsoft.com/office/drawing/2014/main" id="{203F2B60-F4E1-4725-AA9F-AD4945AF908B}"/>
              </a:ext>
            </a:extLst>
          </p:cNvPr>
          <p:cNvSpPr txBox="1"/>
          <p:nvPr/>
        </p:nvSpPr>
        <p:spPr>
          <a:xfrm>
            <a:off x="3549764" y="4374050"/>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33</a:t>
            </a:r>
            <a:endParaRPr kumimoji="1" lang="ja-JP" altLang="en-US" b="0" dirty="0">
              <a:latin typeface="Trebuchet MS" panose="020B0603020202020204" pitchFamily="34" charset="0"/>
            </a:endParaRPr>
          </a:p>
        </p:txBody>
      </p:sp>
      <p:sp>
        <p:nvSpPr>
          <p:cNvPr id="153" name="テキスト ボックス 152">
            <a:extLst>
              <a:ext uri="{FF2B5EF4-FFF2-40B4-BE49-F238E27FC236}">
                <a16:creationId xmlns:a16="http://schemas.microsoft.com/office/drawing/2014/main" id="{48961968-907B-49BB-8DFC-BD4E0792D39E}"/>
              </a:ext>
            </a:extLst>
          </p:cNvPr>
          <p:cNvSpPr txBox="1"/>
          <p:nvPr/>
        </p:nvSpPr>
        <p:spPr>
          <a:xfrm>
            <a:off x="2121542" y="4396417"/>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79</a:t>
            </a:r>
            <a:endParaRPr kumimoji="1" lang="ja-JP" altLang="en-US" b="0" dirty="0">
              <a:latin typeface="Trebuchet MS" panose="020B0603020202020204" pitchFamily="34" charset="0"/>
            </a:endParaRPr>
          </a:p>
        </p:txBody>
      </p:sp>
      <p:sp>
        <p:nvSpPr>
          <p:cNvPr id="154" name="テキスト ボックス 153">
            <a:extLst>
              <a:ext uri="{FF2B5EF4-FFF2-40B4-BE49-F238E27FC236}">
                <a16:creationId xmlns:a16="http://schemas.microsoft.com/office/drawing/2014/main" id="{26541FF9-0078-43E8-8CA7-9D06EBEA88AB}"/>
              </a:ext>
            </a:extLst>
          </p:cNvPr>
          <p:cNvSpPr txBox="1"/>
          <p:nvPr/>
        </p:nvSpPr>
        <p:spPr>
          <a:xfrm>
            <a:off x="2590776" y="4387108"/>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155" name="テキスト ボックス 154">
            <a:extLst>
              <a:ext uri="{FF2B5EF4-FFF2-40B4-BE49-F238E27FC236}">
                <a16:creationId xmlns:a16="http://schemas.microsoft.com/office/drawing/2014/main" id="{7327B171-CBFD-4B89-B2E6-F5D5BBC8433A}"/>
              </a:ext>
            </a:extLst>
          </p:cNvPr>
          <p:cNvSpPr txBox="1"/>
          <p:nvPr/>
        </p:nvSpPr>
        <p:spPr>
          <a:xfrm>
            <a:off x="3074886" y="4384640"/>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45</a:t>
            </a:r>
            <a:endParaRPr kumimoji="1" lang="ja-JP" altLang="en-US" b="0" dirty="0">
              <a:latin typeface="Trebuchet MS" panose="020B0603020202020204" pitchFamily="34" charset="0"/>
            </a:endParaRPr>
          </a:p>
        </p:txBody>
      </p:sp>
      <p:sp>
        <p:nvSpPr>
          <p:cNvPr id="173" name="テキスト ボックス 172">
            <a:extLst>
              <a:ext uri="{FF2B5EF4-FFF2-40B4-BE49-F238E27FC236}">
                <a16:creationId xmlns:a16="http://schemas.microsoft.com/office/drawing/2014/main" id="{135A2BCC-9F90-4E5A-B86D-4E95B5824BD7}"/>
              </a:ext>
            </a:extLst>
          </p:cNvPr>
          <p:cNvSpPr txBox="1"/>
          <p:nvPr/>
        </p:nvSpPr>
        <p:spPr>
          <a:xfrm>
            <a:off x="3549764" y="2950617"/>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211</a:t>
            </a:r>
            <a:endParaRPr kumimoji="1" lang="ja-JP" altLang="en-US" b="0" dirty="0">
              <a:latin typeface="Trebuchet MS" panose="020B0603020202020204" pitchFamily="34" charset="0"/>
            </a:endParaRPr>
          </a:p>
        </p:txBody>
      </p:sp>
      <p:sp>
        <p:nvSpPr>
          <p:cNvPr id="178" name="テキスト ボックス 177">
            <a:extLst>
              <a:ext uri="{FF2B5EF4-FFF2-40B4-BE49-F238E27FC236}">
                <a16:creationId xmlns:a16="http://schemas.microsoft.com/office/drawing/2014/main" id="{D37DBBDC-FBC0-46F9-9533-7A527D1F7E25}"/>
              </a:ext>
            </a:extLst>
          </p:cNvPr>
          <p:cNvSpPr txBox="1"/>
          <p:nvPr/>
        </p:nvSpPr>
        <p:spPr>
          <a:xfrm>
            <a:off x="3549764" y="3429384"/>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174</a:t>
            </a:r>
            <a:endParaRPr kumimoji="1" lang="ja-JP" altLang="en-US" b="0" dirty="0">
              <a:latin typeface="Trebuchet MS" panose="020B0603020202020204" pitchFamily="34" charset="0"/>
            </a:endParaRPr>
          </a:p>
        </p:txBody>
      </p:sp>
      <p:sp>
        <p:nvSpPr>
          <p:cNvPr id="179" name="テキスト ボックス 178">
            <a:extLst>
              <a:ext uri="{FF2B5EF4-FFF2-40B4-BE49-F238E27FC236}">
                <a16:creationId xmlns:a16="http://schemas.microsoft.com/office/drawing/2014/main" id="{E8D490FD-DCF9-4602-9F55-1E4954AAFFD1}"/>
              </a:ext>
            </a:extLst>
          </p:cNvPr>
          <p:cNvSpPr txBox="1"/>
          <p:nvPr/>
        </p:nvSpPr>
        <p:spPr>
          <a:xfrm>
            <a:off x="3549764" y="390701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a:t>
            </a:r>
            <a:endParaRPr kumimoji="1" lang="ja-JP" altLang="en-US" b="0" dirty="0">
              <a:latin typeface="Trebuchet MS" panose="020B0603020202020204" pitchFamily="34" charset="0"/>
            </a:endParaRPr>
          </a:p>
        </p:txBody>
      </p:sp>
      <p:sp>
        <p:nvSpPr>
          <p:cNvPr id="90" name="テキスト ボックス 89">
            <a:extLst>
              <a:ext uri="{FF2B5EF4-FFF2-40B4-BE49-F238E27FC236}">
                <a16:creationId xmlns:a16="http://schemas.microsoft.com/office/drawing/2014/main" id="{447B7B33-0227-4D30-9A1C-80410C0FE7B3}"/>
              </a:ext>
            </a:extLst>
          </p:cNvPr>
          <p:cNvSpPr txBox="1"/>
          <p:nvPr/>
        </p:nvSpPr>
        <p:spPr>
          <a:xfrm>
            <a:off x="2121542" y="2950617"/>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200</a:t>
            </a:r>
            <a:endParaRPr kumimoji="1" lang="ja-JP" altLang="en-US" b="0" dirty="0">
              <a:latin typeface="Trebuchet MS" panose="020B0603020202020204" pitchFamily="34" charset="0"/>
            </a:endParaRPr>
          </a:p>
        </p:txBody>
      </p:sp>
      <p:sp>
        <p:nvSpPr>
          <p:cNvPr id="91" name="テキスト ボックス 90">
            <a:extLst>
              <a:ext uri="{FF2B5EF4-FFF2-40B4-BE49-F238E27FC236}">
                <a16:creationId xmlns:a16="http://schemas.microsoft.com/office/drawing/2014/main" id="{AA1F6668-F8C4-418E-9320-F475E93CF039}"/>
              </a:ext>
            </a:extLst>
          </p:cNvPr>
          <p:cNvSpPr txBox="1"/>
          <p:nvPr/>
        </p:nvSpPr>
        <p:spPr>
          <a:xfrm>
            <a:off x="2590776" y="2950617"/>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92" name="テキスト ボックス 91">
            <a:extLst>
              <a:ext uri="{FF2B5EF4-FFF2-40B4-BE49-F238E27FC236}">
                <a16:creationId xmlns:a16="http://schemas.microsoft.com/office/drawing/2014/main" id="{5AFBBF12-5637-4081-B243-D44B31C7FD78}"/>
              </a:ext>
            </a:extLst>
          </p:cNvPr>
          <p:cNvSpPr txBox="1"/>
          <p:nvPr/>
        </p:nvSpPr>
        <p:spPr>
          <a:xfrm>
            <a:off x="3074886" y="2950617"/>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120</a:t>
            </a:r>
            <a:endParaRPr kumimoji="1" lang="ja-JP" altLang="en-US" b="0" dirty="0">
              <a:latin typeface="Trebuchet MS" panose="020B0603020202020204" pitchFamily="34" charset="0"/>
            </a:endParaRPr>
          </a:p>
        </p:txBody>
      </p:sp>
      <p:sp>
        <p:nvSpPr>
          <p:cNvPr id="93" name="テキスト ボックス 92">
            <a:extLst>
              <a:ext uri="{FF2B5EF4-FFF2-40B4-BE49-F238E27FC236}">
                <a16:creationId xmlns:a16="http://schemas.microsoft.com/office/drawing/2014/main" id="{B7FF9EC9-8268-4461-83FA-817327DAB47C}"/>
              </a:ext>
            </a:extLst>
          </p:cNvPr>
          <p:cNvSpPr txBox="1"/>
          <p:nvPr/>
        </p:nvSpPr>
        <p:spPr>
          <a:xfrm>
            <a:off x="3074886" y="3441240"/>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94" name="テキスト ボックス 93">
            <a:extLst>
              <a:ext uri="{FF2B5EF4-FFF2-40B4-BE49-F238E27FC236}">
                <a16:creationId xmlns:a16="http://schemas.microsoft.com/office/drawing/2014/main" id="{4285497C-4C21-4CBC-9008-2B771FFA0A2E}"/>
              </a:ext>
            </a:extLst>
          </p:cNvPr>
          <p:cNvSpPr txBox="1"/>
          <p:nvPr/>
        </p:nvSpPr>
        <p:spPr>
          <a:xfrm>
            <a:off x="2590776" y="3433598"/>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129</a:t>
            </a:r>
            <a:endParaRPr kumimoji="1" lang="ja-JP" altLang="en-US" b="0" dirty="0">
              <a:latin typeface="Trebuchet MS" panose="020B0603020202020204" pitchFamily="34" charset="0"/>
            </a:endParaRPr>
          </a:p>
        </p:txBody>
      </p:sp>
      <p:sp>
        <p:nvSpPr>
          <p:cNvPr id="95" name="テキスト ボックス 94">
            <a:extLst>
              <a:ext uri="{FF2B5EF4-FFF2-40B4-BE49-F238E27FC236}">
                <a16:creationId xmlns:a16="http://schemas.microsoft.com/office/drawing/2014/main" id="{A240DFDD-8BD9-497A-BAB9-E021DF295A9D}"/>
              </a:ext>
            </a:extLst>
          </p:cNvPr>
          <p:cNvSpPr txBox="1"/>
          <p:nvPr/>
        </p:nvSpPr>
        <p:spPr>
          <a:xfrm>
            <a:off x="2121542" y="3435312"/>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153</a:t>
            </a:r>
            <a:endParaRPr kumimoji="1" lang="ja-JP" altLang="en-US" b="0" dirty="0">
              <a:latin typeface="Trebuchet MS" panose="020B0603020202020204" pitchFamily="34" charset="0"/>
            </a:endParaRPr>
          </a:p>
        </p:txBody>
      </p:sp>
      <p:sp>
        <p:nvSpPr>
          <p:cNvPr id="96" name="テキスト ボックス 95">
            <a:extLst>
              <a:ext uri="{FF2B5EF4-FFF2-40B4-BE49-F238E27FC236}">
                <a16:creationId xmlns:a16="http://schemas.microsoft.com/office/drawing/2014/main" id="{4C60EB0C-0857-48BD-8401-748002E16459}"/>
              </a:ext>
            </a:extLst>
          </p:cNvPr>
          <p:cNvSpPr txBox="1"/>
          <p:nvPr/>
        </p:nvSpPr>
        <p:spPr>
          <a:xfrm>
            <a:off x="2121542" y="3947153"/>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117" name="テキスト ボックス 116">
            <a:extLst>
              <a:ext uri="{FF2B5EF4-FFF2-40B4-BE49-F238E27FC236}">
                <a16:creationId xmlns:a16="http://schemas.microsoft.com/office/drawing/2014/main" id="{8598A6DA-D857-439E-A4E9-511703D5659F}"/>
              </a:ext>
            </a:extLst>
          </p:cNvPr>
          <p:cNvSpPr txBox="1"/>
          <p:nvPr/>
        </p:nvSpPr>
        <p:spPr>
          <a:xfrm>
            <a:off x="2590776" y="3920203"/>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255</a:t>
            </a:r>
            <a:endParaRPr kumimoji="1" lang="ja-JP" altLang="en-US" b="0" dirty="0">
              <a:latin typeface="Trebuchet MS" panose="020B0603020202020204" pitchFamily="34" charset="0"/>
            </a:endParaRPr>
          </a:p>
        </p:txBody>
      </p:sp>
      <p:sp>
        <p:nvSpPr>
          <p:cNvPr id="121" name="テキスト ボックス 120">
            <a:extLst>
              <a:ext uri="{FF2B5EF4-FFF2-40B4-BE49-F238E27FC236}">
                <a16:creationId xmlns:a16="http://schemas.microsoft.com/office/drawing/2014/main" id="{F3ED8B69-EA95-4CA0-AAED-C588F4FC0B6C}"/>
              </a:ext>
            </a:extLst>
          </p:cNvPr>
          <p:cNvSpPr txBox="1"/>
          <p:nvPr/>
        </p:nvSpPr>
        <p:spPr>
          <a:xfrm>
            <a:off x="3074886" y="3908151"/>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165</a:t>
            </a:r>
            <a:endParaRPr kumimoji="1" lang="ja-JP" altLang="en-US" b="0" dirty="0">
              <a:latin typeface="Trebuchet MS" panose="020B0603020202020204" pitchFamily="34" charset="0"/>
            </a:endParaRPr>
          </a:p>
        </p:txBody>
      </p:sp>
      <p:sp>
        <p:nvSpPr>
          <p:cNvPr id="194" name="正方形/長方形 193">
            <a:extLst>
              <a:ext uri="{FF2B5EF4-FFF2-40B4-BE49-F238E27FC236}">
                <a16:creationId xmlns:a16="http://schemas.microsoft.com/office/drawing/2014/main" id="{610E779E-1ED9-48AB-9365-B5D5FB4DA2E3}"/>
              </a:ext>
            </a:extLst>
          </p:cNvPr>
          <p:cNvSpPr/>
          <p:nvPr/>
        </p:nvSpPr>
        <p:spPr bwMode="auto">
          <a:xfrm>
            <a:off x="2163197" y="3861142"/>
            <a:ext cx="476102" cy="47060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196" name="テキスト ボックス 195">
            <a:extLst>
              <a:ext uri="{FF2B5EF4-FFF2-40B4-BE49-F238E27FC236}">
                <a16:creationId xmlns:a16="http://schemas.microsoft.com/office/drawing/2014/main" id="{48DBC0FB-C616-4BFD-AEC5-0D2FA95310EF}"/>
              </a:ext>
            </a:extLst>
          </p:cNvPr>
          <p:cNvSpPr txBox="1"/>
          <p:nvPr/>
        </p:nvSpPr>
        <p:spPr>
          <a:xfrm>
            <a:off x="3135038"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97" name="テキスト ボックス 196">
            <a:extLst>
              <a:ext uri="{FF2B5EF4-FFF2-40B4-BE49-F238E27FC236}">
                <a16:creationId xmlns:a16="http://schemas.microsoft.com/office/drawing/2014/main" id="{8350A226-64A2-478F-BB83-16DCF86D9214}"/>
              </a:ext>
            </a:extLst>
          </p:cNvPr>
          <p:cNvSpPr txBox="1"/>
          <p:nvPr/>
        </p:nvSpPr>
        <p:spPr>
          <a:xfrm>
            <a:off x="7154484"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98" name="テキスト ボックス 197">
            <a:extLst>
              <a:ext uri="{FF2B5EF4-FFF2-40B4-BE49-F238E27FC236}">
                <a16:creationId xmlns:a16="http://schemas.microsoft.com/office/drawing/2014/main" id="{6247A19A-D5F7-4019-9C08-4AE59324BF79}"/>
              </a:ext>
            </a:extLst>
          </p:cNvPr>
          <p:cNvSpPr txBox="1"/>
          <p:nvPr/>
        </p:nvSpPr>
        <p:spPr>
          <a:xfrm>
            <a:off x="6650484"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199" name="テキスト ボックス 198">
            <a:extLst>
              <a:ext uri="{FF2B5EF4-FFF2-40B4-BE49-F238E27FC236}">
                <a16:creationId xmlns:a16="http://schemas.microsoft.com/office/drawing/2014/main" id="{B722A798-3AAE-4BE5-B784-ED5666715A91}"/>
              </a:ext>
            </a:extLst>
          </p:cNvPr>
          <p:cNvSpPr txBox="1"/>
          <p:nvPr/>
        </p:nvSpPr>
        <p:spPr>
          <a:xfrm>
            <a:off x="6146484"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00" name="テキスト ボックス 199">
            <a:extLst>
              <a:ext uri="{FF2B5EF4-FFF2-40B4-BE49-F238E27FC236}">
                <a16:creationId xmlns:a16="http://schemas.microsoft.com/office/drawing/2014/main" id="{89372777-1B5E-492C-9600-240ABA5AD5C2}"/>
              </a:ext>
            </a:extLst>
          </p:cNvPr>
          <p:cNvSpPr txBox="1"/>
          <p:nvPr/>
        </p:nvSpPr>
        <p:spPr>
          <a:xfrm>
            <a:off x="5649132"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01" name="テキスト ボックス 200">
            <a:extLst>
              <a:ext uri="{FF2B5EF4-FFF2-40B4-BE49-F238E27FC236}">
                <a16:creationId xmlns:a16="http://schemas.microsoft.com/office/drawing/2014/main" id="{B097E0DF-E969-4E34-8580-465E86CA7E42}"/>
              </a:ext>
            </a:extLst>
          </p:cNvPr>
          <p:cNvSpPr txBox="1"/>
          <p:nvPr/>
        </p:nvSpPr>
        <p:spPr>
          <a:xfrm>
            <a:off x="5145132"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02" name="テキスト ボックス 201">
            <a:extLst>
              <a:ext uri="{FF2B5EF4-FFF2-40B4-BE49-F238E27FC236}">
                <a16:creationId xmlns:a16="http://schemas.microsoft.com/office/drawing/2014/main" id="{D118CAE9-A1A6-41B3-A7D9-1F4F0FC152D1}"/>
              </a:ext>
            </a:extLst>
          </p:cNvPr>
          <p:cNvSpPr txBox="1"/>
          <p:nvPr/>
        </p:nvSpPr>
        <p:spPr>
          <a:xfrm>
            <a:off x="4641132"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03" name="テキスト ボックス 202">
            <a:extLst>
              <a:ext uri="{FF2B5EF4-FFF2-40B4-BE49-F238E27FC236}">
                <a16:creationId xmlns:a16="http://schemas.microsoft.com/office/drawing/2014/main" id="{3911DE7E-0AF3-4B89-BD98-A1D4B3D2C7F0}"/>
              </a:ext>
            </a:extLst>
          </p:cNvPr>
          <p:cNvSpPr txBox="1"/>
          <p:nvPr/>
        </p:nvSpPr>
        <p:spPr>
          <a:xfrm>
            <a:off x="4143038"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04" name="テキスト ボックス 203">
            <a:extLst>
              <a:ext uri="{FF2B5EF4-FFF2-40B4-BE49-F238E27FC236}">
                <a16:creationId xmlns:a16="http://schemas.microsoft.com/office/drawing/2014/main" id="{FCB4D0EF-949D-4CE6-B8B2-47A167ABE17D}"/>
              </a:ext>
            </a:extLst>
          </p:cNvPr>
          <p:cNvSpPr txBox="1"/>
          <p:nvPr/>
        </p:nvSpPr>
        <p:spPr>
          <a:xfrm>
            <a:off x="3639038" y="5902614"/>
            <a:ext cx="504000" cy="504000"/>
          </a:xfrm>
          <a:prstGeom prst="rect">
            <a:avLst/>
          </a:prstGeom>
          <a:solidFill>
            <a:schemeClr val="accent6">
              <a:lumMod val="60000"/>
              <a:lumOff val="40000"/>
            </a:schemeClr>
          </a:solidFill>
          <a:ln>
            <a:solidFill>
              <a:schemeClr val="tx1"/>
            </a:solidFill>
          </a:ln>
        </p:spPr>
        <p:txBody>
          <a:bodyPr wrap="square" rtlCol="0">
            <a:spAutoFit/>
          </a:bodyPr>
          <a:lstStyle/>
          <a:p>
            <a:endParaRPr kumimoji="1" lang="ja-JP" altLang="en-US" b="0" dirty="0">
              <a:latin typeface="Trebuchet MS" panose="020B0603020202020204" pitchFamily="34" charset="0"/>
            </a:endParaRPr>
          </a:p>
        </p:txBody>
      </p:sp>
      <p:sp>
        <p:nvSpPr>
          <p:cNvPr id="205" name="テキスト ボックス 204">
            <a:extLst>
              <a:ext uri="{FF2B5EF4-FFF2-40B4-BE49-F238E27FC236}">
                <a16:creationId xmlns:a16="http://schemas.microsoft.com/office/drawing/2014/main" id="{BB5431D3-01B5-4BEE-980E-E21382446E77}"/>
              </a:ext>
            </a:extLst>
          </p:cNvPr>
          <p:cNvSpPr txBox="1"/>
          <p:nvPr/>
        </p:nvSpPr>
        <p:spPr>
          <a:xfrm>
            <a:off x="3126073"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206" name="テキスト ボックス 205">
            <a:extLst>
              <a:ext uri="{FF2B5EF4-FFF2-40B4-BE49-F238E27FC236}">
                <a16:creationId xmlns:a16="http://schemas.microsoft.com/office/drawing/2014/main" id="{2BE40423-A39B-4A0B-AF9D-CAA0AD4CD9AD}"/>
              </a:ext>
            </a:extLst>
          </p:cNvPr>
          <p:cNvSpPr txBox="1"/>
          <p:nvPr/>
        </p:nvSpPr>
        <p:spPr>
          <a:xfrm>
            <a:off x="3613132"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207" name="テキスト ボックス 206">
            <a:extLst>
              <a:ext uri="{FF2B5EF4-FFF2-40B4-BE49-F238E27FC236}">
                <a16:creationId xmlns:a16="http://schemas.microsoft.com/office/drawing/2014/main" id="{1494FDE0-1391-4BE2-9754-0307BDEBC0D0}"/>
              </a:ext>
            </a:extLst>
          </p:cNvPr>
          <p:cNvSpPr txBox="1"/>
          <p:nvPr/>
        </p:nvSpPr>
        <p:spPr>
          <a:xfrm>
            <a:off x="4109707"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50</a:t>
            </a:r>
            <a:endParaRPr kumimoji="1" lang="ja-JP" altLang="en-US" b="0" dirty="0">
              <a:latin typeface="Trebuchet MS" panose="020B0603020202020204" pitchFamily="34" charset="0"/>
            </a:endParaRPr>
          </a:p>
        </p:txBody>
      </p:sp>
      <p:sp>
        <p:nvSpPr>
          <p:cNvPr id="208" name="テキスト ボックス 207">
            <a:extLst>
              <a:ext uri="{FF2B5EF4-FFF2-40B4-BE49-F238E27FC236}">
                <a16:creationId xmlns:a16="http://schemas.microsoft.com/office/drawing/2014/main" id="{22B9322F-DA8B-4D12-B960-B9CAEC7FE62E}"/>
              </a:ext>
            </a:extLst>
          </p:cNvPr>
          <p:cNvSpPr txBox="1"/>
          <p:nvPr/>
        </p:nvSpPr>
        <p:spPr>
          <a:xfrm>
            <a:off x="5605543"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165</a:t>
            </a:r>
            <a:endParaRPr kumimoji="1" lang="ja-JP" altLang="en-US" b="0" dirty="0">
              <a:latin typeface="Trebuchet MS" panose="020B0603020202020204" pitchFamily="34" charset="0"/>
            </a:endParaRPr>
          </a:p>
        </p:txBody>
      </p:sp>
      <p:sp>
        <p:nvSpPr>
          <p:cNvPr id="209" name="テキスト ボックス 208">
            <a:extLst>
              <a:ext uri="{FF2B5EF4-FFF2-40B4-BE49-F238E27FC236}">
                <a16:creationId xmlns:a16="http://schemas.microsoft.com/office/drawing/2014/main" id="{75FCAF32-D472-461D-91EB-7E7D56FB2F11}"/>
              </a:ext>
            </a:extLst>
          </p:cNvPr>
          <p:cNvSpPr txBox="1"/>
          <p:nvPr/>
        </p:nvSpPr>
        <p:spPr>
          <a:xfrm>
            <a:off x="5119226"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120</a:t>
            </a:r>
            <a:endParaRPr kumimoji="1" lang="ja-JP" altLang="en-US" b="0" dirty="0">
              <a:latin typeface="Trebuchet MS" panose="020B0603020202020204" pitchFamily="34" charset="0"/>
            </a:endParaRPr>
          </a:p>
        </p:txBody>
      </p:sp>
      <p:sp>
        <p:nvSpPr>
          <p:cNvPr id="210" name="テキスト ボックス 209">
            <a:extLst>
              <a:ext uri="{FF2B5EF4-FFF2-40B4-BE49-F238E27FC236}">
                <a16:creationId xmlns:a16="http://schemas.microsoft.com/office/drawing/2014/main" id="{43349C63-CF4D-4DAC-A382-545CBA5B272F}"/>
              </a:ext>
            </a:extLst>
          </p:cNvPr>
          <p:cNvSpPr txBox="1"/>
          <p:nvPr/>
        </p:nvSpPr>
        <p:spPr>
          <a:xfrm>
            <a:off x="4641132"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103</a:t>
            </a:r>
            <a:endParaRPr kumimoji="1" lang="ja-JP" altLang="en-US" b="0" dirty="0">
              <a:latin typeface="Trebuchet MS" panose="020B0603020202020204" pitchFamily="34" charset="0"/>
            </a:endParaRPr>
          </a:p>
        </p:txBody>
      </p:sp>
      <p:sp>
        <p:nvSpPr>
          <p:cNvPr id="211" name="テキスト ボックス 210">
            <a:extLst>
              <a:ext uri="{FF2B5EF4-FFF2-40B4-BE49-F238E27FC236}">
                <a16:creationId xmlns:a16="http://schemas.microsoft.com/office/drawing/2014/main" id="{83E15886-695B-4ACA-A557-DDDF1540205A}"/>
              </a:ext>
            </a:extLst>
          </p:cNvPr>
          <p:cNvSpPr txBox="1"/>
          <p:nvPr/>
        </p:nvSpPr>
        <p:spPr>
          <a:xfrm>
            <a:off x="6144284"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200</a:t>
            </a:r>
            <a:endParaRPr kumimoji="1" lang="ja-JP" altLang="en-US" b="0" dirty="0">
              <a:latin typeface="Trebuchet MS" panose="020B0603020202020204" pitchFamily="34" charset="0"/>
            </a:endParaRPr>
          </a:p>
        </p:txBody>
      </p:sp>
      <p:sp>
        <p:nvSpPr>
          <p:cNvPr id="212" name="テキスト ボックス 211">
            <a:extLst>
              <a:ext uri="{FF2B5EF4-FFF2-40B4-BE49-F238E27FC236}">
                <a16:creationId xmlns:a16="http://schemas.microsoft.com/office/drawing/2014/main" id="{52730D0C-D6B1-432D-A20E-672105CDDA0A}"/>
              </a:ext>
            </a:extLst>
          </p:cNvPr>
          <p:cNvSpPr txBox="1"/>
          <p:nvPr/>
        </p:nvSpPr>
        <p:spPr>
          <a:xfrm>
            <a:off x="6648284"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210</a:t>
            </a:r>
            <a:endParaRPr kumimoji="1" lang="ja-JP" altLang="en-US" b="0" dirty="0">
              <a:latin typeface="Trebuchet MS" panose="020B0603020202020204" pitchFamily="34" charset="0"/>
            </a:endParaRPr>
          </a:p>
        </p:txBody>
      </p:sp>
      <p:sp>
        <p:nvSpPr>
          <p:cNvPr id="213" name="テキスト ボックス 212">
            <a:extLst>
              <a:ext uri="{FF2B5EF4-FFF2-40B4-BE49-F238E27FC236}">
                <a16:creationId xmlns:a16="http://schemas.microsoft.com/office/drawing/2014/main" id="{543CD1A8-122A-4DBE-8EC6-CAA82E30633F}"/>
              </a:ext>
            </a:extLst>
          </p:cNvPr>
          <p:cNvSpPr txBox="1"/>
          <p:nvPr/>
        </p:nvSpPr>
        <p:spPr>
          <a:xfrm>
            <a:off x="7136670" y="59502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255</a:t>
            </a:r>
            <a:endParaRPr kumimoji="1" lang="ja-JP" altLang="en-US" b="0" dirty="0">
              <a:latin typeface="Trebuchet MS" panose="020B0603020202020204" pitchFamily="34" charset="0"/>
            </a:endParaRPr>
          </a:p>
        </p:txBody>
      </p:sp>
      <p:sp>
        <p:nvSpPr>
          <p:cNvPr id="4" name="テキスト ボックス 3">
            <a:extLst>
              <a:ext uri="{FF2B5EF4-FFF2-40B4-BE49-F238E27FC236}">
                <a16:creationId xmlns:a16="http://schemas.microsoft.com/office/drawing/2014/main" id="{ACCDED1A-18D8-4AFF-8DC1-0126CB8BD5FC}"/>
              </a:ext>
            </a:extLst>
          </p:cNvPr>
          <p:cNvSpPr txBox="1"/>
          <p:nvPr/>
        </p:nvSpPr>
        <p:spPr>
          <a:xfrm>
            <a:off x="596697" y="2927511"/>
            <a:ext cx="1613647" cy="369332"/>
          </a:xfrm>
          <a:prstGeom prst="rect">
            <a:avLst/>
          </a:prstGeom>
          <a:noFill/>
        </p:spPr>
        <p:txBody>
          <a:bodyPr wrap="square" rtlCol="0">
            <a:spAutoFit/>
          </a:bodyPr>
          <a:lstStyle/>
          <a:p>
            <a:r>
              <a:rPr kumimoji="1" lang="en-US" altLang="ja-JP" b="0" dirty="0">
                <a:latin typeface="Trebuchet MS" panose="020B0603020202020204" pitchFamily="34" charset="0"/>
                <a:ea typeface="UD Digi Kyokasho NP-R" panose="020B0400000000000000" pitchFamily="18" charset="-128"/>
              </a:rPr>
              <a:t>n</a:t>
            </a:r>
            <a:r>
              <a:rPr kumimoji="1" lang="en-US" altLang="ja-JP" b="0" dirty="0">
                <a:latin typeface="メイリオ" panose="020B0604030504040204" pitchFamily="50" charset="-128"/>
                <a:ea typeface="メイリオ" panose="020B0604030504040204" pitchFamily="50" charset="-128"/>
              </a:rPr>
              <a:t> </a:t>
            </a:r>
            <a:r>
              <a:rPr kumimoji="1" lang="ja-JP" altLang="en-US" b="0" dirty="0">
                <a:latin typeface="メイリオ" panose="020B0604030504040204" pitchFamily="50" charset="-128"/>
                <a:ea typeface="メイリオ" panose="020B0604030504040204" pitchFamily="50" charset="-128"/>
              </a:rPr>
              <a:t>＝ </a:t>
            </a:r>
            <a:r>
              <a:rPr kumimoji="1" lang="en-US" altLang="ja-JP" b="0" dirty="0">
                <a:latin typeface="Trebuchet MS" panose="020B0603020202020204" pitchFamily="34" charset="0"/>
                <a:ea typeface="UD Digi Kyokasho NP-R" panose="020B0400000000000000" pitchFamily="18" charset="-128"/>
              </a:rPr>
              <a:t>1 </a:t>
            </a:r>
            <a:r>
              <a:rPr kumimoji="1" lang="ja-JP" altLang="en-US" b="0" dirty="0">
                <a:latin typeface="メイリオ" panose="020B0604030504040204" pitchFamily="50" charset="-128"/>
                <a:ea typeface="メイリオ" panose="020B0604030504040204" pitchFamily="50" charset="-128"/>
              </a:rPr>
              <a:t>のとき</a:t>
            </a:r>
            <a:endParaRPr kumimoji="1" lang="ja-JP" altLang="en-US" b="0" dirty="0">
              <a:latin typeface="Trebuchet MS" panose="020B0603020202020204" pitchFamily="34" charset="0"/>
              <a:ea typeface="UD Digi Kyokasho NP-R" panose="020B0400000000000000" pitchFamily="18" charset="-128"/>
            </a:endParaRPr>
          </a:p>
        </p:txBody>
      </p:sp>
      <p:sp>
        <p:nvSpPr>
          <p:cNvPr id="214" name="テキスト ボックス 213">
            <a:extLst>
              <a:ext uri="{FF2B5EF4-FFF2-40B4-BE49-F238E27FC236}">
                <a16:creationId xmlns:a16="http://schemas.microsoft.com/office/drawing/2014/main" id="{B0A67581-8D90-4304-B564-D7F6EB88DFB9}"/>
              </a:ext>
            </a:extLst>
          </p:cNvPr>
          <p:cNvSpPr txBox="1"/>
          <p:nvPr/>
        </p:nvSpPr>
        <p:spPr>
          <a:xfrm>
            <a:off x="596697" y="2927511"/>
            <a:ext cx="1613647" cy="369332"/>
          </a:xfrm>
          <a:prstGeom prst="rect">
            <a:avLst/>
          </a:prstGeom>
          <a:noFill/>
        </p:spPr>
        <p:txBody>
          <a:bodyPr wrap="square" rtlCol="0">
            <a:spAutoFit/>
          </a:bodyPr>
          <a:lstStyle/>
          <a:p>
            <a:r>
              <a:rPr kumimoji="1" lang="en-US" altLang="ja-JP" b="0" dirty="0">
                <a:latin typeface="Trebuchet MS" panose="020B0603020202020204" pitchFamily="34" charset="0"/>
                <a:ea typeface="UD Digi Kyokasho NP-R" panose="020B0400000000000000" pitchFamily="18" charset="-128"/>
              </a:rPr>
              <a:t>n</a:t>
            </a:r>
            <a:r>
              <a:rPr kumimoji="1" lang="en-US" altLang="ja-JP" b="0" dirty="0">
                <a:latin typeface="メイリオ" panose="020B0604030504040204" pitchFamily="50" charset="-128"/>
                <a:ea typeface="メイリオ" panose="020B0604030504040204" pitchFamily="50" charset="-128"/>
              </a:rPr>
              <a:t> </a:t>
            </a:r>
            <a:r>
              <a:rPr kumimoji="1" lang="ja-JP" altLang="en-US" b="0" dirty="0">
                <a:latin typeface="メイリオ" panose="020B0604030504040204" pitchFamily="50" charset="-128"/>
                <a:ea typeface="メイリオ" panose="020B0604030504040204" pitchFamily="50" charset="-128"/>
              </a:rPr>
              <a:t>＝ </a:t>
            </a:r>
            <a:r>
              <a:rPr kumimoji="1" lang="en-US" altLang="ja-JP" b="0" dirty="0">
                <a:latin typeface="Trebuchet MS" panose="020B0603020202020204" pitchFamily="34" charset="0"/>
                <a:ea typeface="UD Digi Kyokasho NP-R" panose="020B0400000000000000" pitchFamily="18" charset="-128"/>
              </a:rPr>
              <a:t>2 </a:t>
            </a:r>
            <a:r>
              <a:rPr kumimoji="1" lang="ja-JP" altLang="en-US" b="0" dirty="0">
                <a:latin typeface="メイリオ" panose="020B0604030504040204" pitchFamily="50" charset="-128"/>
                <a:ea typeface="メイリオ" panose="020B0604030504040204" pitchFamily="50" charset="-128"/>
              </a:rPr>
              <a:t>のとき</a:t>
            </a:r>
            <a:endParaRPr kumimoji="1" lang="ja-JP" altLang="en-US" b="0" dirty="0">
              <a:latin typeface="Trebuchet MS" panose="020B0603020202020204" pitchFamily="34" charset="0"/>
              <a:ea typeface="UD Digi Kyokasho NP-R" panose="020B0400000000000000" pitchFamily="18" charset="-128"/>
            </a:endParaRPr>
          </a:p>
        </p:txBody>
      </p:sp>
      <p:sp>
        <p:nvSpPr>
          <p:cNvPr id="215" name="テキスト ボックス 214">
            <a:extLst>
              <a:ext uri="{FF2B5EF4-FFF2-40B4-BE49-F238E27FC236}">
                <a16:creationId xmlns:a16="http://schemas.microsoft.com/office/drawing/2014/main" id="{090FF228-57B3-4BDF-94EA-E9F712B25ED4}"/>
              </a:ext>
            </a:extLst>
          </p:cNvPr>
          <p:cNvSpPr txBox="1"/>
          <p:nvPr/>
        </p:nvSpPr>
        <p:spPr>
          <a:xfrm>
            <a:off x="596697" y="2927511"/>
            <a:ext cx="1613647" cy="369332"/>
          </a:xfrm>
          <a:prstGeom prst="rect">
            <a:avLst/>
          </a:prstGeom>
          <a:noFill/>
        </p:spPr>
        <p:txBody>
          <a:bodyPr wrap="square" rtlCol="0">
            <a:spAutoFit/>
          </a:bodyPr>
          <a:lstStyle/>
          <a:p>
            <a:r>
              <a:rPr kumimoji="1" lang="en-US" altLang="ja-JP" b="0" dirty="0">
                <a:latin typeface="Trebuchet MS" panose="020B0603020202020204" pitchFamily="34" charset="0"/>
                <a:ea typeface="UD Digi Kyokasho NP-R" panose="020B0400000000000000" pitchFamily="18" charset="-128"/>
              </a:rPr>
              <a:t>n</a:t>
            </a:r>
            <a:r>
              <a:rPr kumimoji="1" lang="en-US" altLang="ja-JP" b="0" dirty="0">
                <a:latin typeface="メイリオ" panose="020B0604030504040204" pitchFamily="50" charset="-128"/>
                <a:ea typeface="メイリオ" panose="020B0604030504040204" pitchFamily="50" charset="-128"/>
              </a:rPr>
              <a:t> </a:t>
            </a:r>
            <a:r>
              <a:rPr kumimoji="1" lang="ja-JP" altLang="en-US" b="0" dirty="0">
                <a:latin typeface="メイリオ" panose="020B0604030504040204" pitchFamily="50" charset="-128"/>
                <a:ea typeface="メイリオ" panose="020B0604030504040204" pitchFamily="50" charset="-128"/>
              </a:rPr>
              <a:t>＝ </a:t>
            </a:r>
            <a:r>
              <a:rPr kumimoji="1" lang="en-US" altLang="ja-JP" b="0" dirty="0">
                <a:latin typeface="Trebuchet MS" panose="020B0603020202020204" pitchFamily="34" charset="0"/>
                <a:ea typeface="UD Digi Kyokasho NP-R" panose="020B0400000000000000" pitchFamily="18" charset="-128"/>
              </a:rPr>
              <a:t>3 </a:t>
            </a:r>
            <a:r>
              <a:rPr kumimoji="1" lang="ja-JP" altLang="en-US" b="0" dirty="0">
                <a:latin typeface="メイリオ" panose="020B0604030504040204" pitchFamily="50" charset="-128"/>
                <a:ea typeface="メイリオ" panose="020B0604030504040204" pitchFamily="50" charset="-128"/>
              </a:rPr>
              <a:t>のとき</a:t>
            </a:r>
            <a:endParaRPr kumimoji="1" lang="ja-JP" altLang="en-US" b="0" dirty="0">
              <a:latin typeface="Trebuchet MS" panose="020B0603020202020204" pitchFamily="34" charset="0"/>
              <a:ea typeface="UD Digi Kyokasho NP-R" panose="020B0400000000000000" pitchFamily="18" charset="-128"/>
            </a:endParaRPr>
          </a:p>
        </p:txBody>
      </p:sp>
      <p:sp>
        <p:nvSpPr>
          <p:cNvPr id="216" name="正方形/長方形 215">
            <a:extLst>
              <a:ext uri="{FF2B5EF4-FFF2-40B4-BE49-F238E27FC236}">
                <a16:creationId xmlns:a16="http://schemas.microsoft.com/office/drawing/2014/main" id="{E8963C36-1CBA-4D1F-BD6D-4E0175DEBE7B}"/>
              </a:ext>
            </a:extLst>
          </p:cNvPr>
          <p:cNvSpPr/>
          <p:nvPr/>
        </p:nvSpPr>
        <p:spPr bwMode="auto">
          <a:xfrm>
            <a:off x="3131988" y="3382459"/>
            <a:ext cx="476102" cy="46574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217" name="正方形/長方形 216">
            <a:extLst>
              <a:ext uri="{FF2B5EF4-FFF2-40B4-BE49-F238E27FC236}">
                <a16:creationId xmlns:a16="http://schemas.microsoft.com/office/drawing/2014/main" id="{337CD0A2-57EB-4B17-88CF-556284DDEF73}"/>
              </a:ext>
            </a:extLst>
          </p:cNvPr>
          <p:cNvSpPr/>
          <p:nvPr/>
        </p:nvSpPr>
        <p:spPr bwMode="auto">
          <a:xfrm>
            <a:off x="3613131" y="3834297"/>
            <a:ext cx="447147" cy="48218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cxnSp>
        <p:nvCxnSpPr>
          <p:cNvPr id="9" name="直線矢印コネクタ 8">
            <a:extLst>
              <a:ext uri="{FF2B5EF4-FFF2-40B4-BE49-F238E27FC236}">
                <a16:creationId xmlns:a16="http://schemas.microsoft.com/office/drawing/2014/main" id="{6A1B0389-B62B-41BC-A869-B3027D1206B8}"/>
              </a:ext>
            </a:extLst>
          </p:cNvPr>
          <p:cNvCxnSpPr>
            <a:cxnSpLocks/>
            <a:stCxn id="219" idx="0"/>
          </p:cNvCxnSpPr>
          <p:nvPr/>
        </p:nvCxnSpPr>
        <p:spPr bwMode="auto">
          <a:xfrm flipV="1">
            <a:off x="3891916" y="4079985"/>
            <a:ext cx="2808180" cy="1823051"/>
          </a:xfrm>
          <a:prstGeom prst="straightConnector1">
            <a:avLst/>
          </a:prstGeom>
          <a:ln w="38100">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1" name="直線矢印コネクタ 220">
            <a:extLst>
              <a:ext uri="{FF2B5EF4-FFF2-40B4-BE49-F238E27FC236}">
                <a16:creationId xmlns:a16="http://schemas.microsoft.com/office/drawing/2014/main" id="{B1BFFEF6-2B76-4CAD-B23C-A29079B29201}"/>
              </a:ext>
            </a:extLst>
          </p:cNvPr>
          <p:cNvCxnSpPr>
            <a:cxnSpLocks/>
            <a:stCxn id="220" idx="0"/>
          </p:cNvCxnSpPr>
          <p:nvPr/>
        </p:nvCxnSpPr>
        <p:spPr bwMode="auto">
          <a:xfrm flipV="1">
            <a:off x="3380237" y="4158343"/>
            <a:ext cx="1853070" cy="1744693"/>
          </a:xfrm>
          <a:prstGeom prst="straightConnector1">
            <a:avLst/>
          </a:prstGeom>
          <a:ln w="38100">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2" name="直線矢印コネクタ 221">
            <a:extLst>
              <a:ext uri="{FF2B5EF4-FFF2-40B4-BE49-F238E27FC236}">
                <a16:creationId xmlns:a16="http://schemas.microsoft.com/office/drawing/2014/main" id="{B040B0A9-2BCA-464F-AB33-8746326A67CE}"/>
              </a:ext>
            </a:extLst>
          </p:cNvPr>
          <p:cNvCxnSpPr>
            <a:cxnSpLocks/>
            <a:stCxn id="218" idx="0"/>
          </p:cNvCxnSpPr>
          <p:nvPr/>
        </p:nvCxnSpPr>
        <p:spPr bwMode="auto">
          <a:xfrm flipV="1">
            <a:off x="4392909" y="3657822"/>
            <a:ext cx="1829344" cy="2245214"/>
          </a:xfrm>
          <a:prstGeom prst="straightConnector1">
            <a:avLst/>
          </a:prstGeom>
          <a:ln w="38100">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6" name="テキスト ボックス 5">
            <a:extLst>
              <a:ext uri="{FF2B5EF4-FFF2-40B4-BE49-F238E27FC236}">
                <a16:creationId xmlns:a16="http://schemas.microsoft.com/office/drawing/2014/main" id="{F40C1E23-A7C7-48E7-A3E3-4CCD1777DB8C}"/>
              </a:ext>
            </a:extLst>
          </p:cNvPr>
          <p:cNvSpPr txBox="1"/>
          <p:nvPr/>
        </p:nvSpPr>
        <p:spPr>
          <a:xfrm>
            <a:off x="2045322" y="3915210"/>
            <a:ext cx="730023" cy="369332"/>
          </a:xfrm>
          <a:prstGeom prst="rect">
            <a:avLst/>
          </a:prstGeom>
          <a:noFill/>
        </p:spPr>
        <p:txBody>
          <a:bodyPr wrap="square" rtlCol="0">
            <a:spAutoFit/>
          </a:bodyPr>
          <a:lstStyle/>
          <a:p>
            <a:r>
              <a:rPr kumimoji="1" lang="en-US" altLang="ja-JP" b="0" dirty="0"/>
              <a:t>1000</a:t>
            </a:r>
            <a:endParaRPr kumimoji="1" lang="ja-JP" altLang="en-US" b="0" dirty="0"/>
          </a:p>
        </p:txBody>
      </p:sp>
      <p:sp>
        <p:nvSpPr>
          <p:cNvPr id="191" name="テキスト ボックス 190">
            <a:extLst>
              <a:ext uri="{FF2B5EF4-FFF2-40B4-BE49-F238E27FC236}">
                <a16:creationId xmlns:a16="http://schemas.microsoft.com/office/drawing/2014/main" id="{C88F7007-8DA8-4748-9B44-39F0CD29A953}"/>
              </a:ext>
            </a:extLst>
          </p:cNvPr>
          <p:cNvSpPr txBox="1"/>
          <p:nvPr/>
        </p:nvSpPr>
        <p:spPr>
          <a:xfrm>
            <a:off x="2536900" y="5329878"/>
            <a:ext cx="1638379" cy="369332"/>
          </a:xfrm>
          <a:prstGeom prst="rect">
            <a:avLst/>
          </a:prstGeom>
          <a:noFill/>
        </p:spPr>
        <p:txBody>
          <a:bodyPr wrap="square" rtlCol="0">
            <a:spAutoFit/>
          </a:bodyPr>
          <a:lstStyle/>
          <a:p>
            <a:pPr algn="ctr"/>
            <a:r>
              <a:rPr kumimoji="1" lang="ja-JP" altLang="en-US" b="0" dirty="0">
                <a:latin typeface="メイリオ" panose="020B0604030504040204" pitchFamily="50" charset="-128"/>
                <a:ea typeface="メイリオ" panose="020B0604030504040204" pitchFamily="50" charset="-128"/>
              </a:rPr>
              <a:t>参考画像</a:t>
            </a:r>
          </a:p>
        </p:txBody>
      </p:sp>
      <p:sp>
        <p:nvSpPr>
          <p:cNvPr id="192" name="テキスト ボックス 191">
            <a:extLst>
              <a:ext uri="{FF2B5EF4-FFF2-40B4-BE49-F238E27FC236}">
                <a16:creationId xmlns:a16="http://schemas.microsoft.com/office/drawing/2014/main" id="{6BA9AD5B-F5FE-465F-B338-9C2BF1F889E3}"/>
              </a:ext>
            </a:extLst>
          </p:cNvPr>
          <p:cNvSpPr txBox="1"/>
          <p:nvPr/>
        </p:nvSpPr>
        <p:spPr>
          <a:xfrm>
            <a:off x="5916730" y="5350051"/>
            <a:ext cx="1110375"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結果画像</a:t>
            </a:r>
          </a:p>
        </p:txBody>
      </p:sp>
      <p:sp>
        <p:nvSpPr>
          <p:cNvPr id="193" name="テキスト ボックス 192">
            <a:extLst>
              <a:ext uri="{FF2B5EF4-FFF2-40B4-BE49-F238E27FC236}">
                <a16:creationId xmlns:a16="http://schemas.microsoft.com/office/drawing/2014/main" id="{FBBC485E-9821-4B3B-A4A5-D9FC2D84FEBA}"/>
              </a:ext>
            </a:extLst>
          </p:cNvPr>
          <p:cNvSpPr txBox="1"/>
          <p:nvPr/>
        </p:nvSpPr>
        <p:spPr>
          <a:xfrm>
            <a:off x="5196944" y="389531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0</a:t>
            </a:r>
            <a:endParaRPr kumimoji="1" lang="ja-JP" altLang="en-US" b="0" dirty="0">
              <a:latin typeface="Trebuchet MS" panose="020B0603020202020204" pitchFamily="34" charset="0"/>
            </a:endParaRPr>
          </a:p>
        </p:txBody>
      </p:sp>
      <p:sp>
        <p:nvSpPr>
          <p:cNvPr id="223" name="テキスト ボックス 222">
            <a:extLst>
              <a:ext uri="{FF2B5EF4-FFF2-40B4-BE49-F238E27FC236}">
                <a16:creationId xmlns:a16="http://schemas.microsoft.com/office/drawing/2014/main" id="{46945D1B-E839-4F62-922D-A6BD8E5BA996}"/>
              </a:ext>
            </a:extLst>
          </p:cNvPr>
          <p:cNvSpPr txBox="1"/>
          <p:nvPr/>
        </p:nvSpPr>
        <p:spPr>
          <a:xfrm>
            <a:off x="6618853" y="3901839"/>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30</a:t>
            </a:r>
            <a:endParaRPr kumimoji="1" lang="ja-JP" altLang="en-US" b="0" dirty="0">
              <a:latin typeface="Trebuchet MS" panose="020B0603020202020204" pitchFamily="34" charset="0"/>
            </a:endParaRPr>
          </a:p>
        </p:txBody>
      </p:sp>
      <p:sp>
        <p:nvSpPr>
          <p:cNvPr id="224" name="テキスト ボックス 223">
            <a:extLst>
              <a:ext uri="{FF2B5EF4-FFF2-40B4-BE49-F238E27FC236}">
                <a16:creationId xmlns:a16="http://schemas.microsoft.com/office/drawing/2014/main" id="{B88B7374-1CA4-4CFC-AF02-373463FCA371}"/>
              </a:ext>
            </a:extLst>
          </p:cNvPr>
          <p:cNvSpPr txBox="1"/>
          <p:nvPr/>
        </p:nvSpPr>
        <p:spPr>
          <a:xfrm>
            <a:off x="6136036" y="3434928"/>
            <a:ext cx="555812" cy="369332"/>
          </a:xfrm>
          <a:prstGeom prst="rect">
            <a:avLst/>
          </a:prstGeom>
          <a:noFill/>
        </p:spPr>
        <p:txBody>
          <a:bodyPr wrap="square" rtlCol="0">
            <a:spAutoFit/>
          </a:bodyPr>
          <a:lstStyle/>
          <a:p>
            <a:pPr algn="ctr"/>
            <a:r>
              <a:rPr kumimoji="1" lang="en-US" altLang="ja-JP" b="0" dirty="0">
                <a:latin typeface="Trebuchet MS" panose="020B0603020202020204" pitchFamily="34" charset="0"/>
              </a:rPr>
              <a:t>50</a:t>
            </a:r>
            <a:endParaRPr kumimoji="1" lang="ja-JP" altLang="en-US" b="0" dirty="0">
              <a:latin typeface="Trebuchet MS" panose="020B0603020202020204" pitchFamily="34" charset="0"/>
            </a:endParaRPr>
          </a:p>
        </p:txBody>
      </p:sp>
      <p:sp>
        <p:nvSpPr>
          <p:cNvPr id="225" name="テキスト ボックス 224">
            <a:extLst>
              <a:ext uri="{FF2B5EF4-FFF2-40B4-BE49-F238E27FC236}">
                <a16:creationId xmlns:a16="http://schemas.microsoft.com/office/drawing/2014/main" id="{67922D1D-0077-4557-A824-13344E63A104}"/>
              </a:ext>
            </a:extLst>
          </p:cNvPr>
          <p:cNvSpPr txBox="1"/>
          <p:nvPr/>
        </p:nvSpPr>
        <p:spPr>
          <a:xfrm>
            <a:off x="992673" y="6080804"/>
            <a:ext cx="2610522"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ソート後の元画像</a:t>
            </a:r>
          </a:p>
        </p:txBody>
      </p:sp>
      <p:sp>
        <p:nvSpPr>
          <p:cNvPr id="226" name="テキスト ボックス 225">
            <a:extLst>
              <a:ext uri="{FF2B5EF4-FFF2-40B4-BE49-F238E27FC236}">
                <a16:creationId xmlns:a16="http://schemas.microsoft.com/office/drawing/2014/main" id="{68F034E6-3D72-4A71-9E04-B42997A74909}"/>
              </a:ext>
            </a:extLst>
          </p:cNvPr>
          <p:cNvSpPr txBox="1"/>
          <p:nvPr/>
        </p:nvSpPr>
        <p:spPr>
          <a:xfrm>
            <a:off x="3487212" y="3908808"/>
            <a:ext cx="1200150" cy="369332"/>
          </a:xfrm>
          <a:prstGeom prst="rect">
            <a:avLst/>
          </a:prstGeom>
          <a:noFill/>
        </p:spPr>
        <p:txBody>
          <a:bodyPr wrap="square" rtlCol="0">
            <a:spAutoFit/>
          </a:bodyPr>
          <a:lstStyle/>
          <a:p>
            <a:r>
              <a:rPr kumimoji="1" lang="en-US" altLang="ja-JP" b="0" dirty="0"/>
              <a:t>1000</a:t>
            </a:r>
            <a:endParaRPr kumimoji="1" lang="ja-JP" altLang="en-US" b="0" dirty="0"/>
          </a:p>
        </p:txBody>
      </p:sp>
      <p:sp>
        <p:nvSpPr>
          <p:cNvPr id="227" name="テキスト ボックス 226">
            <a:extLst>
              <a:ext uri="{FF2B5EF4-FFF2-40B4-BE49-F238E27FC236}">
                <a16:creationId xmlns:a16="http://schemas.microsoft.com/office/drawing/2014/main" id="{B6843EAF-EC96-4E04-9A2C-B8CFD9A1632D}"/>
              </a:ext>
            </a:extLst>
          </p:cNvPr>
          <p:cNvSpPr txBox="1"/>
          <p:nvPr/>
        </p:nvSpPr>
        <p:spPr>
          <a:xfrm>
            <a:off x="3003120" y="3433598"/>
            <a:ext cx="1200150" cy="369332"/>
          </a:xfrm>
          <a:prstGeom prst="rect">
            <a:avLst/>
          </a:prstGeom>
          <a:noFill/>
        </p:spPr>
        <p:txBody>
          <a:bodyPr wrap="square" rtlCol="0">
            <a:spAutoFit/>
          </a:bodyPr>
          <a:lstStyle/>
          <a:p>
            <a:r>
              <a:rPr kumimoji="1" lang="en-US" altLang="ja-JP" b="0" dirty="0"/>
              <a:t>1000</a:t>
            </a:r>
            <a:endParaRPr kumimoji="1" lang="ja-JP" altLang="en-US" b="0" dirty="0"/>
          </a:p>
        </p:txBody>
      </p:sp>
      <p:sp>
        <p:nvSpPr>
          <p:cNvPr id="218" name="正方形/長方形 217">
            <a:extLst>
              <a:ext uri="{FF2B5EF4-FFF2-40B4-BE49-F238E27FC236}">
                <a16:creationId xmlns:a16="http://schemas.microsoft.com/office/drawing/2014/main" id="{E076E864-6B2C-486A-9623-B7CBEF63E987}"/>
              </a:ext>
            </a:extLst>
          </p:cNvPr>
          <p:cNvSpPr/>
          <p:nvPr/>
        </p:nvSpPr>
        <p:spPr bwMode="auto">
          <a:xfrm>
            <a:off x="4140909" y="5903036"/>
            <a:ext cx="504000" cy="5040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219" name="正方形/長方形 218">
            <a:extLst>
              <a:ext uri="{FF2B5EF4-FFF2-40B4-BE49-F238E27FC236}">
                <a16:creationId xmlns:a16="http://schemas.microsoft.com/office/drawing/2014/main" id="{EC1ADB64-96E4-4C2D-9D3F-76AF8E7F0774}"/>
              </a:ext>
            </a:extLst>
          </p:cNvPr>
          <p:cNvSpPr/>
          <p:nvPr/>
        </p:nvSpPr>
        <p:spPr bwMode="auto">
          <a:xfrm>
            <a:off x="3639916" y="5903036"/>
            <a:ext cx="504000" cy="5040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220" name="正方形/長方形 219">
            <a:extLst>
              <a:ext uri="{FF2B5EF4-FFF2-40B4-BE49-F238E27FC236}">
                <a16:creationId xmlns:a16="http://schemas.microsoft.com/office/drawing/2014/main" id="{9AFC685F-26B5-4F8F-B2DC-0BDAC3937D0D}"/>
              </a:ext>
            </a:extLst>
          </p:cNvPr>
          <p:cNvSpPr/>
          <p:nvPr/>
        </p:nvSpPr>
        <p:spPr bwMode="auto">
          <a:xfrm>
            <a:off x="3128237" y="5903036"/>
            <a:ext cx="504000" cy="5040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50853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4"/>
                                        </p:tgtEl>
                                        <p:attrNameLst>
                                          <p:attrName>style.visibility</p:attrName>
                                        </p:attrNameLst>
                                      </p:cBhvr>
                                      <p:to>
                                        <p:strVal val="visible"/>
                                      </p:to>
                                    </p:set>
                                    <p:animEffect transition="in" filter="fade">
                                      <p:cBhvr>
                                        <p:cTn id="12" dur="500"/>
                                        <p:tgtEl>
                                          <p:spTgt spid="194"/>
                                        </p:tgtEl>
                                      </p:cBhvr>
                                    </p:animEffect>
                                  </p:childTnLst>
                                </p:cTn>
                              </p:par>
                            </p:childTnLst>
                          </p:cTn>
                        </p:par>
                        <p:par>
                          <p:cTn id="13" fill="hold">
                            <p:stCondLst>
                              <p:cond delay="500"/>
                            </p:stCondLst>
                            <p:childTnLst>
                              <p:par>
                                <p:cTn id="14" presetID="26" presetClass="emph" presetSubtype="0" fill="hold" grpId="1" nodeType="afterEffect">
                                  <p:stCondLst>
                                    <p:cond delay="0"/>
                                  </p:stCondLst>
                                  <p:childTnLst>
                                    <p:animEffect transition="out" filter="fade">
                                      <p:cBhvr>
                                        <p:cTn id="15" dur="500" tmFilter="0, 0; .2, .5; .8, .5; 1, 0"/>
                                        <p:tgtEl>
                                          <p:spTgt spid="194"/>
                                        </p:tgtEl>
                                      </p:cBhvr>
                                    </p:animEffect>
                                    <p:animScale>
                                      <p:cBhvr>
                                        <p:cTn id="16" dur="250" autoRev="1" fill="hold"/>
                                        <p:tgtEl>
                                          <p:spTgt spid="194"/>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0"/>
                                        </p:tgtEl>
                                        <p:attrNameLst>
                                          <p:attrName>style.visibility</p:attrName>
                                        </p:attrNameLst>
                                      </p:cBhvr>
                                      <p:to>
                                        <p:strVal val="visible"/>
                                      </p:to>
                                    </p:set>
                                    <p:animEffect transition="in" filter="fade">
                                      <p:cBhvr>
                                        <p:cTn id="21" dur="500"/>
                                        <p:tgtEl>
                                          <p:spTgt spid="220"/>
                                        </p:tgtEl>
                                      </p:cBhvr>
                                    </p:animEffect>
                                  </p:childTnLst>
                                </p:cTn>
                              </p:par>
                            </p:childTnLst>
                          </p:cTn>
                        </p:par>
                        <p:par>
                          <p:cTn id="22" fill="hold">
                            <p:stCondLst>
                              <p:cond delay="500"/>
                            </p:stCondLst>
                            <p:childTnLst>
                              <p:par>
                                <p:cTn id="23" presetID="26" presetClass="emph" presetSubtype="0" fill="hold" grpId="1" nodeType="afterEffect">
                                  <p:stCondLst>
                                    <p:cond delay="0"/>
                                  </p:stCondLst>
                                  <p:childTnLst>
                                    <p:animEffect transition="out" filter="fade">
                                      <p:cBhvr>
                                        <p:cTn id="24" dur="500" tmFilter="0, 0; .2, .5; .8, .5; 1, 0"/>
                                        <p:tgtEl>
                                          <p:spTgt spid="220"/>
                                        </p:tgtEl>
                                      </p:cBhvr>
                                    </p:animEffect>
                                    <p:animScale>
                                      <p:cBhvr>
                                        <p:cTn id="25" dur="250" autoRev="1" fill="hold"/>
                                        <p:tgtEl>
                                          <p:spTgt spid="220"/>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21"/>
                                        </p:tgtEl>
                                        <p:attrNameLst>
                                          <p:attrName>style.visibility</p:attrName>
                                        </p:attrNameLst>
                                      </p:cBhvr>
                                      <p:to>
                                        <p:strVal val="visible"/>
                                      </p:to>
                                    </p:set>
                                    <p:animEffect transition="in" filter="fade">
                                      <p:cBhvr>
                                        <p:cTn id="30" dur="500"/>
                                        <p:tgtEl>
                                          <p:spTgt spid="2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3"/>
                                        </p:tgtEl>
                                        <p:attrNameLst>
                                          <p:attrName>style.visibility</p:attrName>
                                        </p:attrNameLst>
                                      </p:cBhvr>
                                      <p:to>
                                        <p:strVal val="visible"/>
                                      </p:to>
                                    </p:set>
                                    <p:animEffect transition="in" filter="fade">
                                      <p:cBhvr>
                                        <p:cTn id="35" dur="500"/>
                                        <p:tgtEl>
                                          <p:spTgt spid="19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0" nodeType="clickEffect">
                                  <p:stCondLst>
                                    <p:cond delay="0"/>
                                  </p:stCondLst>
                                  <p:childTnLst>
                                    <p:animEffect transition="out" filter="fade">
                                      <p:cBhvr>
                                        <p:cTn id="39" dur="500"/>
                                        <p:tgtEl>
                                          <p:spTgt spid="96"/>
                                        </p:tgtEl>
                                      </p:cBhvr>
                                    </p:animEffect>
                                    <p:set>
                                      <p:cBhvr>
                                        <p:cTn id="40" dur="1" fill="hold">
                                          <p:stCondLst>
                                            <p:cond delay="499"/>
                                          </p:stCondLst>
                                        </p:cTn>
                                        <p:tgtEl>
                                          <p:spTgt spid="9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grpId="1" nodeType="clickEffect">
                                  <p:stCondLst>
                                    <p:cond delay="0"/>
                                  </p:stCondLst>
                                  <p:childTnLst>
                                    <p:animEffect transition="out" filter="fade">
                                      <p:cBhvr>
                                        <p:cTn id="49" dur="500"/>
                                        <p:tgtEl>
                                          <p:spTgt spid="4"/>
                                        </p:tgtEl>
                                      </p:cBhvr>
                                    </p:animEffect>
                                    <p:set>
                                      <p:cBhvr>
                                        <p:cTn id="50" dur="1" fill="hold">
                                          <p:stCondLst>
                                            <p:cond delay="499"/>
                                          </p:stCondLst>
                                        </p:cTn>
                                        <p:tgtEl>
                                          <p:spTgt spid="4"/>
                                        </p:tgtEl>
                                        <p:attrNameLst>
                                          <p:attrName>style.visibility</p:attrName>
                                        </p:attrNameLst>
                                      </p:cBhvr>
                                      <p:to>
                                        <p:strVal val="hidden"/>
                                      </p:to>
                                    </p:set>
                                  </p:childTnLst>
                                </p:cTn>
                              </p:par>
                              <p:par>
                                <p:cTn id="51" presetID="10" presetClass="exit" presetSubtype="0" fill="hold" grpId="2" nodeType="withEffect">
                                  <p:stCondLst>
                                    <p:cond delay="0"/>
                                  </p:stCondLst>
                                  <p:childTnLst>
                                    <p:animEffect transition="out" filter="fade">
                                      <p:cBhvr>
                                        <p:cTn id="52" dur="500"/>
                                        <p:tgtEl>
                                          <p:spTgt spid="194"/>
                                        </p:tgtEl>
                                      </p:cBhvr>
                                    </p:animEffect>
                                    <p:set>
                                      <p:cBhvr>
                                        <p:cTn id="53" dur="1" fill="hold">
                                          <p:stCondLst>
                                            <p:cond delay="499"/>
                                          </p:stCondLst>
                                        </p:cTn>
                                        <p:tgtEl>
                                          <p:spTgt spid="194"/>
                                        </p:tgtEl>
                                        <p:attrNameLst>
                                          <p:attrName>style.visibility</p:attrName>
                                        </p:attrNameLst>
                                      </p:cBhvr>
                                      <p:to>
                                        <p:strVal val="hidden"/>
                                      </p:to>
                                    </p:set>
                                  </p:childTnLst>
                                </p:cTn>
                              </p:par>
                              <p:par>
                                <p:cTn id="54" presetID="10" presetClass="exit" presetSubtype="0" fill="hold" grpId="2" nodeType="withEffect">
                                  <p:stCondLst>
                                    <p:cond delay="0"/>
                                  </p:stCondLst>
                                  <p:childTnLst>
                                    <p:animEffect transition="out" filter="fade">
                                      <p:cBhvr>
                                        <p:cTn id="55" dur="500"/>
                                        <p:tgtEl>
                                          <p:spTgt spid="220"/>
                                        </p:tgtEl>
                                      </p:cBhvr>
                                    </p:animEffect>
                                    <p:set>
                                      <p:cBhvr>
                                        <p:cTn id="56" dur="1" fill="hold">
                                          <p:stCondLst>
                                            <p:cond delay="499"/>
                                          </p:stCondLst>
                                        </p:cTn>
                                        <p:tgtEl>
                                          <p:spTgt spid="220"/>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221"/>
                                        </p:tgtEl>
                                      </p:cBhvr>
                                    </p:animEffect>
                                    <p:set>
                                      <p:cBhvr>
                                        <p:cTn id="59" dur="1" fill="hold">
                                          <p:stCondLst>
                                            <p:cond delay="499"/>
                                          </p:stCondLst>
                                        </p:cTn>
                                        <p:tgtEl>
                                          <p:spTgt spid="221"/>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500"/>
                                        <p:tgtEl>
                                          <p:spTgt spid="96"/>
                                        </p:tgtEl>
                                      </p:cBhvr>
                                    </p:animEffect>
                                    <p:set>
                                      <p:cBhvr>
                                        <p:cTn id="62" dur="1" fill="hold">
                                          <p:stCondLst>
                                            <p:cond delay="499"/>
                                          </p:stCondLst>
                                        </p:cTn>
                                        <p:tgtEl>
                                          <p:spTgt spid="9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4"/>
                                        </p:tgtEl>
                                        <p:attrNameLst>
                                          <p:attrName>style.visibility</p:attrName>
                                        </p:attrNameLst>
                                      </p:cBhvr>
                                      <p:to>
                                        <p:strVal val="visible"/>
                                      </p:to>
                                    </p:set>
                                    <p:animEffect transition="in" filter="fade">
                                      <p:cBhvr>
                                        <p:cTn id="67" dur="500"/>
                                        <p:tgtEl>
                                          <p:spTgt spid="2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7"/>
                                        </p:tgtEl>
                                        <p:attrNameLst>
                                          <p:attrName>style.visibility</p:attrName>
                                        </p:attrNameLst>
                                      </p:cBhvr>
                                      <p:to>
                                        <p:strVal val="visible"/>
                                      </p:to>
                                    </p:set>
                                    <p:animEffect transition="in" filter="fade">
                                      <p:cBhvr>
                                        <p:cTn id="72" dur="500"/>
                                        <p:tgtEl>
                                          <p:spTgt spid="217"/>
                                        </p:tgtEl>
                                      </p:cBhvr>
                                    </p:animEffect>
                                  </p:childTnLst>
                                </p:cTn>
                              </p:par>
                            </p:childTnLst>
                          </p:cTn>
                        </p:par>
                        <p:par>
                          <p:cTn id="73" fill="hold">
                            <p:stCondLst>
                              <p:cond delay="500"/>
                            </p:stCondLst>
                            <p:childTnLst>
                              <p:par>
                                <p:cTn id="74" presetID="26" presetClass="emph" presetSubtype="0" fill="hold" grpId="1" nodeType="afterEffect">
                                  <p:stCondLst>
                                    <p:cond delay="0"/>
                                  </p:stCondLst>
                                  <p:childTnLst>
                                    <p:animEffect transition="out" filter="fade">
                                      <p:cBhvr>
                                        <p:cTn id="75" dur="500" tmFilter="0, 0; .2, .5; .8, .5; 1, 0"/>
                                        <p:tgtEl>
                                          <p:spTgt spid="217"/>
                                        </p:tgtEl>
                                      </p:cBhvr>
                                    </p:animEffect>
                                    <p:animScale>
                                      <p:cBhvr>
                                        <p:cTn id="76" dur="250" autoRev="1" fill="hold"/>
                                        <p:tgtEl>
                                          <p:spTgt spid="217"/>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19"/>
                                        </p:tgtEl>
                                        <p:attrNameLst>
                                          <p:attrName>style.visibility</p:attrName>
                                        </p:attrNameLst>
                                      </p:cBhvr>
                                      <p:to>
                                        <p:strVal val="visible"/>
                                      </p:to>
                                    </p:set>
                                    <p:animEffect transition="in" filter="fade">
                                      <p:cBhvr>
                                        <p:cTn id="81" dur="500"/>
                                        <p:tgtEl>
                                          <p:spTgt spid="219"/>
                                        </p:tgtEl>
                                      </p:cBhvr>
                                    </p:animEffect>
                                  </p:childTnLst>
                                </p:cTn>
                              </p:par>
                            </p:childTnLst>
                          </p:cTn>
                        </p:par>
                        <p:par>
                          <p:cTn id="82" fill="hold">
                            <p:stCondLst>
                              <p:cond delay="500"/>
                            </p:stCondLst>
                            <p:childTnLst>
                              <p:par>
                                <p:cTn id="83" presetID="26" presetClass="emph" presetSubtype="0" fill="hold" grpId="1" nodeType="afterEffect">
                                  <p:stCondLst>
                                    <p:cond delay="0"/>
                                  </p:stCondLst>
                                  <p:childTnLst>
                                    <p:animEffect transition="out" filter="fade">
                                      <p:cBhvr>
                                        <p:cTn id="84" dur="500" tmFilter="0, 0; .2, .5; .8, .5; 1, 0"/>
                                        <p:tgtEl>
                                          <p:spTgt spid="219"/>
                                        </p:tgtEl>
                                      </p:cBhvr>
                                    </p:animEffect>
                                    <p:animScale>
                                      <p:cBhvr>
                                        <p:cTn id="85" dur="250" autoRev="1" fill="hold"/>
                                        <p:tgtEl>
                                          <p:spTgt spid="219"/>
                                        </p:tgtEl>
                                      </p:cBhvr>
                                      <p:by x="105000" y="105000"/>
                                    </p:animScale>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223"/>
                                        </p:tgtEl>
                                        <p:attrNameLst>
                                          <p:attrName>style.visibility</p:attrName>
                                        </p:attrNameLst>
                                      </p:cBhvr>
                                      <p:to>
                                        <p:strVal val="visible"/>
                                      </p:to>
                                    </p:set>
                                    <p:animEffect transition="in" filter="fade">
                                      <p:cBhvr>
                                        <p:cTn id="95" dur="500"/>
                                        <p:tgtEl>
                                          <p:spTgt spid="223"/>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xit" presetSubtype="0" fill="hold" grpId="0" nodeType="clickEffect">
                                  <p:stCondLst>
                                    <p:cond delay="0"/>
                                  </p:stCondLst>
                                  <p:childTnLst>
                                    <p:animEffect transition="out" filter="fade">
                                      <p:cBhvr>
                                        <p:cTn id="99" dur="500"/>
                                        <p:tgtEl>
                                          <p:spTgt spid="179"/>
                                        </p:tgtEl>
                                      </p:cBhvr>
                                    </p:animEffect>
                                    <p:set>
                                      <p:cBhvr>
                                        <p:cTn id="100" dur="1" fill="hold">
                                          <p:stCondLst>
                                            <p:cond delay="499"/>
                                          </p:stCondLst>
                                        </p:cTn>
                                        <p:tgtEl>
                                          <p:spTgt spid="179"/>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26"/>
                                        </p:tgtEl>
                                        <p:attrNameLst>
                                          <p:attrName>style.visibility</p:attrName>
                                        </p:attrNameLst>
                                      </p:cBhvr>
                                      <p:to>
                                        <p:strVal val="visible"/>
                                      </p:to>
                                    </p:set>
                                    <p:animEffect transition="in" filter="fade">
                                      <p:cBhvr>
                                        <p:cTn id="105" dur="500"/>
                                        <p:tgtEl>
                                          <p:spTgt spid="22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xit" presetSubtype="0" fill="hold" grpId="1" nodeType="clickEffect">
                                  <p:stCondLst>
                                    <p:cond delay="0"/>
                                  </p:stCondLst>
                                  <p:childTnLst>
                                    <p:animEffect transition="out" filter="fade">
                                      <p:cBhvr>
                                        <p:cTn id="109" dur="500"/>
                                        <p:tgtEl>
                                          <p:spTgt spid="214"/>
                                        </p:tgtEl>
                                      </p:cBhvr>
                                    </p:animEffect>
                                    <p:set>
                                      <p:cBhvr>
                                        <p:cTn id="110" dur="1" fill="hold">
                                          <p:stCondLst>
                                            <p:cond delay="499"/>
                                          </p:stCondLst>
                                        </p:cTn>
                                        <p:tgtEl>
                                          <p:spTgt spid="214"/>
                                        </p:tgtEl>
                                        <p:attrNameLst>
                                          <p:attrName>style.visibility</p:attrName>
                                        </p:attrNameLst>
                                      </p:cBhvr>
                                      <p:to>
                                        <p:strVal val="hidden"/>
                                      </p:to>
                                    </p:set>
                                  </p:childTnLst>
                                </p:cTn>
                              </p:par>
                              <p:par>
                                <p:cTn id="111" presetID="10" presetClass="exit" presetSubtype="0" fill="hold" grpId="2" nodeType="withEffect">
                                  <p:stCondLst>
                                    <p:cond delay="0"/>
                                  </p:stCondLst>
                                  <p:childTnLst>
                                    <p:animEffect transition="out" filter="fade">
                                      <p:cBhvr>
                                        <p:cTn id="112" dur="500"/>
                                        <p:tgtEl>
                                          <p:spTgt spid="217"/>
                                        </p:tgtEl>
                                      </p:cBhvr>
                                    </p:animEffect>
                                    <p:set>
                                      <p:cBhvr>
                                        <p:cTn id="113" dur="1" fill="hold">
                                          <p:stCondLst>
                                            <p:cond delay="499"/>
                                          </p:stCondLst>
                                        </p:cTn>
                                        <p:tgtEl>
                                          <p:spTgt spid="217"/>
                                        </p:tgtEl>
                                        <p:attrNameLst>
                                          <p:attrName>style.visibility</p:attrName>
                                        </p:attrNameLst>
                                      </p:cBhvr>
                                      <p:to>
                                        <p:strVal val="hidden"/>
                                      </p:to>
                                    </p:set>
                                  </p:childTnLst>
                                </p:cTn>
                              </p:par>
                              <p:par>
                                <p:cTn id="114" presetID="10" presetClass="exit" presetSubtype="0" fill="hold" grpId="2" nodeType="withEffect">
                                  <p:stCondLst>
                                    <p:cond delay="0"/>
                                  </p:stCondLst>
                                  <p:childTnLst>
                                    <p:animEffect transition="out" filter="fade">
                                      <p:cBhvr>
                                        <p:cTn id="115" dur="500"/>
                                        <p:tgtEl>
                                          <p:spTgt spid="219"/>
                                        </p:tgtEl>
                                      </p:cBhvr>
                                    </p:animEffect>
                                    <p:set>
                                      <p:cBhvr>
                                        <p:cTn id="116" dur="1" fill="hold">
                                          <p:stCondLst>
                                            <p:cond delay="499"/>
                                          </p:stCondLst>
                                        </p:cTn>
                                        <p:tgtEl>
                                          <p:spTgt spid="219"/>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500"/>
                                        <p:tgtEl>
                                          <p:spTgt spid="9"/>
                                        </p:tgtEl>
                                      </p:cBhvr>
                                    </p:animEffect>
                                    <p:set>
                                      <p:cBhvr>
                                        <p:cTn id="119" dur="1" fill="hold">
                                          <p:stCondLst>
                                            <p:cond delay="499"/>
                                          </p:stCondLst>
                                        </p:cTn>
                                        <p:tgtEl>
                                          <p:spTgt spid="9"/>
                                        </p:tgtEl>
                                        <p:attrNameLst>
                                          <p:attrName>style.visibility</p:attrName>
                                        </p:attrNameLst>
                                      </p:cBhvr>
                                      <p:to>
                                        <p:strVal val="hidden"/>
                                      </p:to>
                                    </p:set>
                                  </p:childTnLst>
                                </p:cTn>
                              </p:par>
                              <p:par>
                                <p:cTn id="120" presetID="10" presetClass="exit" presetSubtype="0" fill="hold" grpId="1" nodeType="withEffect">
                                  <p:stCondLst>
                                    <p:cond delay="0"/>
                                  </p:stCondLst>
                                  <p:childTnLst>
                                    <p:animEffect transition="out" filter="fade">
                                      <p:cBhvr>
                                        <p:cTn id="121" dur="500"/>
                                        <p:tgtEl>
                                          <p:spTgt spid="179"/>
                                        </p:tgtEl>
                                      </p:cBhvr>
                                    </p:animEffect>
                                    <p:set>
                                      <p:cBhvr>
                                        <p:cTn id="122" dur="1" fill="hold">
                                          <p:stCondLst>
                                            <p:cond delay="499"/>
                                          </p:stCondLst>
                                        </p:cTn>
                                        <p:tgtEl>
                                          <p:spTgt spid="179"/>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15"/>
                                        </p:tgtEl>
                                        <p:attrNameLst>
                                          <p:attrName>style.visibility</p:attrName>
                                        </p:attrNameLst>
                                      </p:cBhvr>
                                      <p:to>
                                        <p:strVal val="visible"/>
                                      </p:to>
                                    </p:set>
                                    <p:animEffect transition="in" filter="fade">
                                      <p:cBhvr>
                                        <p:cTn id="127" dur="500"/>
                                        <p:tgtEl>
                                          <p:spTgt spid="215"/>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216"/>
                                        </p:tgtEl>
                                        <p:attrNameLst>
                                          <p:attrName>style.visibility</p:attrName>
                                        </p:attrNameLst>
                                      </p:cBhvr>
                                      <p:to>
                                        <p:strVal val="visible"/>
                                      </p:to>
                                    </p:set>
                                    <p:animEffect transition="in" filter="fade">
                                      <p:cBhvr>
                                        <p:cTn id="132" dur="500"/>
                                        <p:tgtEl>
                                          <p:spTgt spid="216"/>
                                        </p:tgtEl>
                                      </p:cBhvr>
                                    </p:animEffect>
                                  </p:childTnLst>
                                </p:cTn>
                              </p:par>
                            </p:childTnLst>
                          </p:cTn>
                        </p:par>
                        <p:par>
                          <p:cTn id="133" fill="hold">
                            <p:stCondLst>
                              <p:cond delay="500"/>
                            </p:stCondLst>
                            <p:childTnLst>
                              <p:par>
                                <p:cTn id="134" presetID="26" presetClass="emph" presetSubtype="0" fill="hold" grpId="1" nodeType="afterEffect">
                                  <p:stCondLst>
                                    <p:cond delay="0"/>
                                  </p:stCondLst>
                                  <p:childTnLst>
                                    <p:animEffect transition="out" filter="fade">
                                      <p:cBhvr>
                                        <p:cTn id="135" dur="500" tmFilter="0, 0; .2, .5; .8, .5; 1, 0"/>
                                        <p:tgtEl>
                                          <p:spTgt spid="216"/>
                                        </p:tgtEl>
                                      </p:cBhvr>
                                    </p:animEffect>
                                    <p:animScale>
                                      <p:cBhvr>
                                        <p:cTn id="136" dur="250" autoRev="1" fill="hold"/>
                                        <p:tgtEl>
                                          <p:spTgt spid="216"/>
                                        </p:tgtEl>
                                      </p:cBhvr>
                                      <p:by x="105000" y="105000"/>
                                    </p:animScale>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grpId="0" nodeType="clickEffect">
                                  <p:stCondLst>
                                    <p:cond delay="0"/>
                                  </p:stCondLst>
                                  <p:childTnLst>
                                    <p:set>
                                      <p:cBhvr>
                                        <p:cTn id="140" dur="1" fill="hold">
                                          <p:stCondLst>
                                            <p:cond delay="0"/>
                                          </p:stCondLst>
                                        </p:cTn>
                                        <p:tgtEl>
                                          <p:spTgt spid="218"/>
                                        </p:tgtEl>
                                        <p:attrNameLst>
                                          <p:attrName>style.visibility</p:attrName>
                                        </p:attrNameLst>
                                      </p:cBhvr>
                                      <p:to>
                                        <p:strVal val="visible"/>
                                      </p:to>
                                    </p:set>
                                    <p:animEffect transition="in" filter="fade">
                                      <p:cBhvr>
                                        <p:cTn id="141" dur="500"/>
                                        <p:tgtEl>
                                          <p:spTgt spid="218"/>
                                        </p:tgtEl>
                                      </p:cBhvr>
                                    </p:animEffect>
                                  </p:childTnLst>
                                </p:cTn>
                              </p:par>
                            </p:childTnLst>
                          </p:cTn>
                        </p:par>
                        <p:par>
                          <p:cTn id="142" fill="hold">
                            <p:stCondLst>
                              <p:cond delay="500"/>
                            </p:stCondLst>
                            <p:childTnLst>
                              <p:par>
                                <p:cTn id="143" presetID="26" presetClass="emph" presetSubtype="0" fill="hold" grpId="1" nodeType="afterEffect">
                                  <p:stCondLst>
                                    <p:cond delay="0"/>
                                  </p:stCondLst>
                                  <p:childTnLst>
                                    <p:animEffect transition="out" filter="fade">
                                      <p:cBhvr>
                                        <p:cTn id="144" dur="500" tmFilter="0, 0; .2, .5; .8, .5; 1, 0"/>
                                        <p:tgtEl>
                                          <p:spTgt spid="218"/>
                                        </p:tgtEl>
                                      </p:cBhvr>
                                    </p:animEffect>
                                    <p:animScale>
                                      <p:cBhvr>
                                        <p:cTn id="145" dur="250" autoRev="1" fill="hold"/>
                                        <p:tgtEl>
                                          <p:spTgt spid="218"/>
                                        </p:tgtEl>
                                      </p:cBhvr>
                                      <p:by x="105000" y="105000"/>
                                    </p:animScale>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nodeType="clickEffect">
                                  <p:stCondLst>
                                    <p:cond delay="0"/>
                                  </p:stCondLst>
                                  <p:childTnLst>
                                    <p:set>
                                      <p:cBhvr>
                                        <p:cTn id="149" dur="1" fill="hold">
                                          <p:stCondLst>
                                            <p:cond delay="0"/>
                                          </p:stCondLst>
                                        </p:cTn>
                                        <p:tgtEl>
                                          <p:spTgt spid="222"/>
                                        </p:tgtEl>
                                        <p:attrNameLst>
                                          <p:attrName>style.visibility</p:attrName>
                                        </p:attrNameLst>
                                      </p:cBhvr>
                                      <p:to>
                                        <p:strVal val="visible"/>
                                      </p:to>
                                    </p:set>
                                    <p:animEffect transition="in" filter="fade">
                                      <p:cBhvr>
                                        <p:cTn id="150" dur="500"/>
                                        <p:tgtEl>
                                          <p:spTgt spid="222"/>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224"/>
                                        </p:tgtEl>
                                        <p:attrNameLst>
                                          <p:attrName>style.visibility</p:attrName>
                                        </p:attrNameLst>
                                      </p:cBhvr>
                                      <p:to>
                                        <p:strVal val="visible"/>
                                      </p:to>
                                    </p:set>
                                    <p:animEffect transition="in" filter="fade">
                                      <p:cBhvr>
                                        <p:cTn id="155" dur="500"/>
                                        <p:tgtEl>
                                          <p:spTgt spid="224"/>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xit" presetSubtype="0" fill="hold" grpId="0" nodeType="clickEffect">
                                  <p:stCondLst>
                                    <p:cond delay="0"/>
                                  </p:stCondLst>
                                  <p:childTnLst>
                                    <p:animEffect transition="out" filter="fade">
                                      <p:cBhvr>
                                        <p:cTn id="159" dur="500"/>
                                        <p:tgtEl>
                                          <p:spTgt spid="93"/>
                                        </p:tgtEl>
                                      </p:cBhvr>
                                    </p:animEffect>
                                    <p:set>
                                      <p:cBhvr>
                                        <p:cTn id="160" dur="1" fill="hold">
                                          <p:stCondLst>
                                            <p:cond delay="499"/>
                                          </p:stCondLst>
                                        </p:cTn>
                                        <p:tgtEl>
                                          <p:spTgt spid="93"/>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227"/>
                                        </p:tgtEl>
                                        <p:attrNameLst>
                                          <p:attrName>style.visibility</p:attrName>
                                        </p:attrNameLst>
                                      </p:cBhvr>
                                      <p:to>
                                        <p:strVal val="visible"/>
                                      </p:to>
                                    </p:set>
                                    <p:animEffect transition="in" filter="fade">
                                      <p:cBhvr>
                                        <p:cTn id="165" dur="500"/>
                                        <p:tgtEl>
                                          <p:spTgt spid="227"/>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xit" presetSubtype="0" fill="hold" grpId="1" nodeType="clickEffect">
                                  <p:stCondLst>
                                    <p:cond delay="0"/>
                                  </p:stCondLst>
                                  <p:childTnLst>
                                    <p:animEffect transition="out" filter="fade">
                                      <p:cBhvr>
                                        <p:cTn id="169" dur="500"/>
                                        <p:tgtEl>
                                          <p:spTgt spid="215"/>
                                        </p:tgtEl>
                                      </p:cBhvr>
                                    </p:animEffect>
                                    <p:set>
                                      <p:cBhvr>
                                        <p:cTn id="170" dur="1" fill="hold">
                                          <p:stCondLst>
                                            <p:cond delay="499"/>
                                          </p:stCondLst>
                                        </p:cTn>
                                        <p:tgtEl>
                                          <p:spTgt spid="215"/>
                                        </p:tgtEl>
                                        <p:attrNameLst>
                                          <p:attrName>style.visibility</p:attrName>
                                        </p:attrNameLst>
                                      </p:cBhvr>
                                      <p:to>
                                        <p:strVal val="hidden"/>
                                      </p:to>
                                    </p:set>
                                  </p:childTnLst>
                                </p:cTn>
                              </p:par>
                              <p:par>
                                <p:cTn id="171" presetID="10" presetClass="exit" presetSubtype="0" fill="hold" grpId="2" nodeType="withEffect">
                                  <p:stCondLst>
                                    <p:cond delay="0"/>
                                  </p:stCondLst>
                                  <p:childTnLst>
                                    <p:animEffect transition="out" filter="fade">
                                      <p:cBhvr>
                                        <p:cTn id="172" dur="500"/>
                                        <p:tgtEl>
                                          <p:spTgt spid="216"/>
                                        </p:tgtEl>
                                      </p:cBhvr>
                                    </p:animEffect>
                                    <p:set>
                                      <p:cBhvr>
                                        <p:cTn id="173" dur="1" fill="hold">
                                          <p:stCondLst>
                                            <p:cond delay="499"/>
                                          </p:stCondLst>
                                        </p:cTn>
                                        <p:tgtEl>
                                          <p:spTgt spid="216"/>
                                        </p:tgtEl>
                                        <p:attrNameLst>
                                          <p:attrName>style.visibility</p:attrName>
                                        </p:attrNameLst>
                                      </p:cBhvr>
                                      <p:to>
                                        <p:strVal val="hidden"/>
                                      </p:to>
                                    </p:set>
                                  </p:childTnLst>
                                </p:cTn>
                              </p:par>
                              <p:par>
                                <p:cTn id="174" presetID="10" presetClass="exit" presetSubtype="0" fill="hold" grpId="2" nodeType="withEffect">
                                  <p:stCondLst>
                                    <p:cond delay="0"/>
                                  </p:stCondLst>
                                  <p:childTnLst>
                                    <p:animEffect transition="out" filter="fade">
                                      <p:cBhvr>
                                        <p:cTn id="175" dur="500"/>
                                        <p:tgtEl>
                                          <p:spTgt spid="218"/>
                                        </p:tgtEl>
                                      </p:cBhvr>
                                    </p:animEffect>
                                    <p:set>
                                      <p:cBhvr>
                                        <p:cTn id="176" dur="1" fill="hold">
                                          <p:stCondLst>
                                            <p:cond delay="499"/>
                                          </p:stCondLst>
                                        </p:cTn>
                                        <p:tgtEl>
                                          <p:spTgt spid="218"/>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500"/>
                                        <p:tgtEl>
                                          <p:spTgt spid="222"/>
                                        </p:tgtEl>
                                      </p:cBhvr>
                                    </p:animEffect>
                                    <p:set>
                                      <p:cBhvr>
                                        <p:cTn id="179" dur="1" fill="hold">
                                          <p:stCondLst>
                                            <p:cond delay="499"/>
                                          </p:stCondLst>
                                        </p:cTn>
                                        <p:tgtEl>
                                          <p:spTgt spid="222"/>
                                        </p:tgtEl>
                                        <p:attrNameLst>
                                          <p:attrName>style.visibility</p:attrName>
                                        </p:attrNameLst>
                                      </p:cBhvr>
                                      <p:to>
                                        <p:strVal val="hidden"/>
                                      </p:to>
                                    </p:set>
                                  </p:childTnLst>
                                </p:cTn>
                              </p:par>
                              <p:par>
                                <p:cTn id="180" presetID="10" presetClass="exit" presetSubtype="0" fill="hold" grpId="1" nodeType="withEffect">
                                  <p:stCondLst>
                                    <p:cond delay="0"/>
                                  </p:stCondLst>
                                  <p:childTnLst>
                                    <p:animEffect transition="out" filter="fade">
                                      <p:cBhvr>
                                        <p:cTn id="181" dur="500"/>
                                        <p:tgtEl>
                                          <p:spTgt spid="93"/>
                                        </p:tgtEl>
                                      </p:cBhvr>
                                    </p:animEffect>
                                    <p:set>
                                      <p:cBhvr>
                                        <p:cTn id="182" dur="1" fill="hold">
                                          <p:stCondLst>
                                            <p:cond delay="499"/>
                                          </p:stCondLst>
                                        </p:cTn>
                                        <p:tgtEl>
                                          <p:spTgt spid="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P spid="179" grpId="1"/>
      <p:bldP spid="93" grpId="0"/>
      <p:bldP spid="93" grpId="1"/>
      <p:bldP spid="96" grpId="0"/>
      <p:bldP spid="96" grpId="1"/>
      <p:bldP spid="194" grpId="0" animBg="1"/>
      <p:bldP spid="194" grpId="1" animBg="1"/>
      <p:bldP spid="194" grpId="2" animBg="1"/>
      <p:bldP spid="4" grpId="0"/>
      <p:bldP spid="4" grpId="1"/>
      <p:bldP spid="214" grpId="0"/>
      <p:bldP spid="214" grpId="1"/>
      <p:bldP spid="215" grpId="0"/>
      <p:bldP spid="215" grpId="1"/>
      <p:bldP spid="216" grpId="0" animBg="1"/>
      <p:bldP spid="216" grpId="1" animBg="1"/>
      <p:bldP spid="216" grpId="2" animBg="1"/>
      <p:bldP spid="217" grpId="0" animBg="1"/>
      <p:bldP spid="217" grpId="1" animBg="1"/>
      <p:bldP spid="217" grpId="2" animBg="1"/>
      <p:bldP spid="6" grpId="0"/>
      <p:bldP spid="193" grpId="0"/>
      <p:bldP spid="223" grpId="0"/>
      <p:bldP spid="224" grpId="0"/>
      <p:bldP spid="226" grpId="0"/>
      <p:bldP spid="227" grpId="0"/>
      <p:bldP spid="218" grpId="0" animBg="1"/>
      <p:bldP spid="218" grpId="1" animBg="1"/>
      <p:bldP spid="218" grpId="2" animBg="1"/>
      <p:bldP spid="219" grpId="0" animBg="1"/>
      <p:bldP spid="219" grpId="1" animBg="1"/>
      <p:bldP spid="219" grpId="2" animBg="1"/>
      <p:bldP spid="220" grpId="0" animBg="1"/>
      <p:bldP spid="220" grpId="1" animBg="1"/>
      <p:bldP spid="220"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2EB1AE89-C767-4F42-A04C-B370E45F108B}"/>
              </a:ext>
            </a:extLst>
          </p:cNvPr>
          <p:cNvSpPr>
            <a:spLocks noGrp="1"/>
          </p:cNvSpPr>
          <p:nvPr>
            <p:ph type="body" idx="1"/>
          </p:nvPr>
        </p:nvSpPr>
        <p:spPr/>
        <p:txBody>
          <a:bodyPr/>
          <a:lstStyle/>
          <a:p>
            <a:pPr marL="457200" indent="-457200">
              <a:buFont typeface="+mj-lt"/>
              <a:buAutoNum type="arabicPeriod" startAt="5"/>
            </a:pPr>
            <a:r>
              <a:rPr lang="en-US" altLang="ja-JP" dirty="0"/>
              <a:t>3</a:t>
            </a:r>
            <a:r>
              <a:rPr lang="ja-JP" altLang="en-US" dirty="0"/>
              <a:t> ～ </a:t>
            </a:r>
            <a:r>
              <a:rPr lang="en-US" altLang="ja-JP" dirty="0"/>
              <a:t>4 </a:t>
            </a:r>
            <a:r>
              <a:rPr lang="ja-JP" altLang="en-US" dirty="0"/>
              <a:t>を結果画像の全ての画素値が代入されるまで繰り返す．</a:t>
            </a:r>
            <a:endParaRPr lang="en-US" altLang="ja-JP" dirty="0"/>
          </a:p>
          <a:p>
            <a:pPr marL="457200" indent="-457200">
              <a:buFont typeface="+mj-lt"/>
              <a:buAutoNum type="arabicPeriod" startAt="5"/>
            </a:pPr>
            <a:endParaRPr lang="en-US" altLang="ja-JP" dirty="0"/>
          </a:p>
          <a:p>
            <a:pPr marL="457200" indent="-457200">
              <a:buFont typeface="+mj-lt"/>
              <a:buAutoNum type="arabicPeriod" startAt="5"/>
            </a:pPr>
            <a:r>
              <a:rPr lang="ja-JP" altLang="en-US" dirty="0"/>
              <a:t>結果画像が作成される．</a:t>
            </a:r>
            <a:endParaRPr lang="en-US" altLang="ja-JP" dirty="0"/>
          </a:p>
          <a:p>
            <a:pPr marL="457200" indent="-457200">
              <a:buFont typeface="+mj-lt"/>
              <a:buAutoNum type="arabicPeriod" startAt="5"/>
            </a:pPr>
            <a:endParaRPr lang="en-US" altLang="ja-JP" dirty="0"/>
          </a:p>
          <a:p>
            <a:pPr marL="457200" indent="-457200">
              <a:buFont typeface="+mj-lt"/>
              <a:buAutoNum type="arabicPeriod" startAt="5"/>
            </a:pPr>
            <a:endParaRPr lang="en-US" altLang="ja-JP" dirty="0"/>
          </a:p>
        </p:txBody>
      </p:sp>
      <p:sp>
        <p:nvSpPr>
          <p:cNvPr id="3" name="タイトル 2">
            <a:extLst>
              <a:ext uri="{FF2B5EF4-FFF2-40B4-BE49-F238E27FC236}">
                <a16:creationId xmlns:a16="http://schemas.microsoft.com/office/drawing/2014/main" id="{D4C56E27-1B03-45B0-8929-E642FB17960A}"/>
              </a:ext>
            </a:extLst>
          </p:cNvPr>
          <p:cNvSpPr>
            <a:spLocks noGrp="1"/>
          </p:cNvSpPr>
          <p:nvPr>
            <p:ph type="title"/>
          </p:nvPr>
        </p:nvSpPr>
        <p:spPr/>
        <p:txBody>
          <a:bodyPr/>
          <a:lstStyle/>
          <a:p>
            <a:r>
              <a:rPr lang="ja-JP" altLang="en-US" dirty="0"/>
              <a:t>結果画像の作成方法 </a:t>
            </a:r>
            <a:r>
              <a:rPr lang="en-US" altLang="ja-JP" dirty="0"/>
              <a:t>4/4</a:t>
            </a:r>
            <a:endParaRPr kumimoji="1" lang="ja-JP" altLang="en-US" dirty="0"/>
          </a:p>
        </p:txBody>
      </p:sp>
      <p:pic>
        <p:nvPicPr>
          <p:cNvPr id="85" name="図 84" descr="飛行機が空を飛んでいる戦闘機の白黒写真&#10;&#10;中程度の精度で自動的に生成された説明">
            <a:extLst>
              <a:ext uri="{FF2B5EF4-FFF2-40B4-BE49-F238E27FC236}">
                <a16:creationId xmlns:a16="http://schemas.microsoft.com/office/drawing/2014/main" id="{2CAED908-E9C6-419B-BF3D-E507D2FBF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7965" y="2588809"/>
            <a:ext cx="3109006" cy="3109006"/>
          </a:xfrm>
          <a:prstGeom prst="rect">
            <a:avLst/>
          </a:prstGeom>
        </p:spPr>
      </p:pic>
      <p:pic>
        <p:nvPicPr>
          <p:cNvPr id="86" name="図 85" descr="携帯電話を耳に当てている女性の白黒写真&#10;&#10;中程度の精度で自動的に生成された説明">
            <a:extLst>
              <a:ext uri="{FF2B5EF4-FFF2-40B4-BE49-F238E27FC236}">
                <a16:creationId xmlns:a16="http://schemas.microsoft.com/office/drawing/2014/main" id="{3EDC752D-DD74-40CF-9FC3-82D7630AB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31" y="2099923"/>
            <a:ext cx="1620000" cy="1620000"/>
          </a:xfrm>
          <a:prstGeom prst="rect">
            <a:avLst/>
          </a:prstGeom>
        </p:spPr>
      </p:pic>
      <p:pic>
        <p:nvPicPr>
          <p:cNvPr id="87" name="図 86" descr="雪の上を飛ぶ飛行機の白黒写真&#10;&#10;自動的に生成された説明">
            <a:extLst>
              <a:ext uri="{FF2B5EF4-FFF2-40B4-BE49-F238E27FC236}">
                <a16:creationId xmlns:a16="http://schemas.microsoft.com/office/drawing/2014/main" id="{1B39B46D-504D-44F9-A2C4-32313C608C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158" y="4342574"/>
            <a:ext cx="1620000" cy="1620000"/>
          </a:xfrm>
          <a:prstGeom prst="rect">
            <a:avLst/>
          </a:prstGeom>
        </p:spPr>
      </p:pic>
      <p:sp>
        <p:nvSpPr>
          <p:cNvPr id="88" name="矢印: 右 87">
            <a:extLst>
              <a:ext uri="{FF2B5EF4-FFF2-40B4-BE49-F238E27FC236}">
                <a16:creationId xmlns:a16="http://schemas.microsoft.com/office/drawing/2014/main" id="{F94587A7-1F17-4C20-9AC9-BCA6C3B29A48}"/>
              </a:ext>
            </a:extLst>
          </p:cNvPr>
          <p:cNvSpPr/>
          <p:nvPr/>
        </p:nvSpPr>
        <p:spPr bwMode="auto">
          <a:xfrm>
            <a:off x="3385945" y="3715044"/>
            <a:ext cx="1129553" cy="627530"/>
          </a:xfrm>
          <a:prstGeom prst="rightArrow">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8" name="テキスト ボックス 7">
            <a:extLst>
              <a:ext uri="{FF2B5EF4-FFF2-40B4-BE49-F238E27FC236}">
                <a16:creationId xmlns:a16="http://schemas.microsoft.com/office/drawing/2014/main" id="{88E6932F-8BAE-47A8-966A-1EBA0333C0A3}"/>
              </a:ext>
            </a:extLst>
          </p:cNvPr>
          <p:cNvSpPr txBox="1"/>
          <p:nvPr/>
        </p:nvSpPr>
        <p:spPr>
          <a:xfrm>
            <a:off x="853159" y="6010013"/>
            <a:ext cx="1638379" cy="369332"/>
          </a:xfrm>
          <a:prstGeom prst="rect">
            <a:avLst/>
          </a:prstGeom>
          <a:noFill/>
        </p:spPr>
        <p:txBody>
          <a:bodyPr wrap="square" rtlCol="0">
            <a:spAutoFit/>
          </a:bodyPr>
          <a:lstStyle/>
          <a:p>
            <a:pPr algn="ctr"/>
            <a:r>
              <a:rPr kumimoji="1" lang="ja-JP" altLang="en-US" b="0" dirty="0">
                <a:latin typeface="メイリオ" panose="020B0604030504040204" pitchFamily="50" charset="-128"/>
                <a:ea typeface="メイリオ" panose="020B0604030504040204" pitchFamily="50" charset="-128"/>
              </a:rPr>
              <a:t>参考画像</a:t>
            </a:r>
          </a:p>
        </p:txBody>
      </p:sp>
      <p:sp>
        <p:nvSpPr>
          <p:cNvPr id="9" name="テキスト ボックス 8">
            <a:extLst>
              <a:ext uri="{FF2B5EF4-FFF2-40B4-BE49-F238E27FC236}">
                <a16:creationId xmlns:a16="http://schemas.microsoft.com/office/drawing/2014/main" id="{42AF149F-9A60-4A51-9128-76DCDB03D4F1}"/>
              </a:ext>
            </a:extLst>
          </p:cNvPr>
          <p:cNvSpPr txBox="1"/>
          <p:nvPr/>
        </p:nvSpPr>
        <p:spPr>
          <a:xfrm>
            <a:off x="1218881" y="3797246"/>
            <a:ext cx="888555"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元画像</a:t>
            </a:r>
          </a:p>
        </p:txBody>
      </p:sp>
      <p:sp>
        <p:nvSpPr>
          <p:cNvPr id="10" name="テキスト ボックス 9">
            <a:extLst>
              <a:ext uri="{FF2B5EF4-FFF2-40B4-BE49-F238E27FC236}">
                <a16:creationId xmlns:a16="http://schemas.microsoft.com/office/drawing/2014/main" id="{604DF69E-FE76-49B5-8109-496E986A0509}"/>
              </a:ext>
            </a:extLst>
          </p:cNvPr>
          <p:cNvSpPr txBox="1"/>
          <p:nvPr/>
        </p:nvSpPr>
        <p:spPr>
          <a:xfrm>
            <a:off x="6096676" y="5777908"/>
            <a:ext cx="1171584"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結果画像</a:t>
            </a:r>
          </a:p>
        </p:txBody>
      </p:sp>
    </p:spTree>
    <p:extLst>
      <p:ext uri="{BB962C8B-B14F-4D97-AF65-F5344CB8AC3E}">
        <p14:creationId xmlns:p14="http://schemas.microsoft.com/office/powerpoint/2010/main" val="281986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500"/>
                                        <p:tgtEl>
                                          <p:spTgt spid="8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500"/>
                                        <p:tgtEl>
                                          <p:spTgt spid="8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88"/>
                                        </p:tgtEl>
                                        <p:attrNameLst>
                                          <p:attrName>style.visibility</p:attrName>
                                        </p:attrNameLst>
                                      </p:cBhvr>
                                      <p:to>
                                        <p:strVal val="visible"/>
                                      </p:to>
                                    </p:set>
                                    <p:animEffect transition="in" filter="fade">
                                      <p:cBhvr>
                                        <p:cTn id="20" dur="500"/>
                                        <p:tgtEl>
                                          <p:spTgt spid="88"/>
                                        </p:tgtEl>
                                      </p:cBhvr>
                                    </p:animEffect>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85"/>
                                        </p:tgtEl>
                                        <p:attrNameLst>
                                          <p:attrName>style.visibility</p:attrName>
                                        </p:attrNameLst>
                                      </p:cBhvr>
                                      <p:to>
                                        <p:strVal val="visible"/>
                                      </p:to>
                                    </p:set>
                                    <p:animEffect transition="in" filter="wipe(down)">
                                      <p:cBhvr>
                                        <p:cTn id="24" dur="500"/>
                                        <p:tgtEl>
                                          <p:spTgt spid="8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2EB1AE89-C767-4F42-A04C-B370E45F108B}"/>
              </a:ext>
            </a:extLst>
          </p:cNvPr>
          <p:cNvSpPr>
            <a:spLocks noGrp="1"/>
          </p:cNvSpPr>
          <p:nvPr>
            <p:ph type="body" idx="1"/>
          </p:nvPr>
        </p:nvSpPr>
        <p:spPr/>
        <p:txBody>
          <a:bodyPr/>
          <a:lstStyle/>
          <a:p>
            <a:r>
              <a:rPr lang="ja-JP" altLang="en-US" dirty="0"/>
              <a:t>元画像と参考画像のみ変更すれば他の画像の変換も可能</a:t>
            </a:r>
          </a:p>
        </p:txBody>
      </p:sp>
      <p:sp>
        <p:nvSpPr>
          <p:cNvPr id="3" name="タイトル 2">
            <a:extLst>
              <a:ext uri="{FF2B5EF4-FFF2-40B4-BE49-F238E27FC236}">
                <a16:creationId xmlns:a16="http://schemas.microsoft.com/office/drawing/2014/main" id="{D4C56E27-1B03-45B0-8929-E642FB17960A}"/>
              </a:ext>
            </a:extLst>
          </p:cNvPr>
          <p:cNvSpPr>
            <a:spLocks noGrp="1"/>
          </p:cNvSpPr>
          <p:nvPr>
            <p:ph type="title"/>
          </p:nvPr>
        </p:nvSpPr>
        <p:spPr/>
        <p:txBody>
          <a:bodyPr/>
          <a:lstStyle/>
          <a:p>
            <a:r>
              <a:rPr kumimoji="1" lang="ja-JP" altLang="en-US" dirty="0"/>
              <a:t>プログラムの利点</a:t>
            </a:r>
          </a:p>
        </p:txBody>
      </p:sp>
      <p:pic>
        <p:nvPicPr>
          <p:cNvPr id="4" name="図 3" descr="雪の上を飛ぶ飛行機の白黒写真&#10;&#10;自動的に生成された説明">
            <a:extLst>
              <a:ext uri="{FF2B5EF4-FFF2-40B4-BE49-F238E27FC236}">
                <a16:creationId xmlns:a16="http://schemas.microsoft.com/office/drawing/2014/main" id="{91D39D12-F3D6-4BCB-BD4E-A6DA71CE1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924" y="1834055"/>
            <a:ext cx="1440000" cy="1440000"/>
          </a:xfrm>
          <a:prstGeom prst="rect">
            <a:avLst/>
          </a:prstGeom>
        </p:spPr>
      </p:pic>
      <p:pic>
        <p:nvPicPr>
          <p:cNvPr id="5" name="図 4" descr="携帯電話を耳に当てている女性の白黒写真&#10;&#10;中程度の精度で自動的に生成された説明">
            <a:extLst>
              <a:ext uri="{FF2B5EF4-FFF2-40B4-BE49-F238E27FC236}">
                <a16:creationId xmlns:a16="http://schemas.microsoft.com/office/drawing/2014/main" id="{C6E2D9BD-D210-4EB3-886E-B47B0556A1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9283" y="1834055"/>
            <a:ext cx="1440000" cy="1440000"/>
          </a:xfrm>
          <a:prstGeom prst="rect">
            <a:avLst/>
          </a:prstGeom>
        </p:spPr>
      </p:pic>
      <p:pic>
        <p:nvPicPr>
          <p:cNvPr id="6" name="図 5" descr="飛行機が空を飛んでいる戦闘機の白黒写真&#10;&#10;中程度の精度で自動的に生成された説明">
            <a:extLst>
              <a:ext uri="{FF2B5EF4-FFF2-40B4-BE49-F238E27FC236}">
                <a16:creationId xmlns:a16="http://schemas.microsoft.com/office/drawing/2014/main" id="{FDA50959-CAF0-4CF5-BD50-FA9F73B9D9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3700" y="1834055"/>
            <a:ext cx="1440000" cy="1440000"/>
          </a:xfrm>
          <a:prstGeom prst="rect">
            <a:avLst/>
          </a:prstGeom>
        </p:spPr>
      </p:pic>
      <p:pic>
        <p:nvPicPr>
          <p:cNvPr id="9" name="図 8" descr="白いシャツを着ている女性の白黒写真&#10;&#10;中程度の精度で自動的に生成された説明">
            <a:extLst>
              <a:ext uri="{FF2B5EF4-FFF2-40B4-BE49-F238E27FC236}">
                <a16:creationId xmlns:a16="http://schemas.microsoft.com/office/drawing/2014/main" id="{214DE4B2-5979-4C26-A04C-86A3BC631B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3700" y="3403459"/>
            <a:ext cx="1440000" cy="1440000"/>
          </a:xfrm>
          <a:prstGeom prst="rect">
            <a:avLst/>
          </a:prstGeom>
        </p:spPr>
      </p:pic>
      <p:pic>
        <p:nvPicPr>
          <p:cNvPr id="10" name="図 9" descr="縞のシャツを着ている女性の白黒写真&#10;&#10;自動的に生成された説明">
            <a:extLst>
              <a:ext uri="{FF2B5EF4-FFF2-40B4-BE49-F238E27FC236}">
                <a16:creationId xmlns:a16="http://schemas.microsoft.com/office/drawing/2014/main" id="{8B3C48D6-88AF-4B10-9AEF-06D7C3F605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70924" y="3403459"/>
            <a:ext cx="1440000" cy="1440000"/>
          </a:xfrm>
          <a:prstGeom prst="rect">
            <a:avLst/>
          </a:prstGeom>
        </p:spPr>
      </p:pic>
      <p:pic>
        <p:nvPicPr>
          <p:cNvPr id="11" name="図 10" descr="携帯電話を耳に当てている女性の白黒写真&#10;&#10;中程度の精度で自動的に生成された説明">
            <a:extLst>
              <a:ext uri="{FF2B5EF4-FFF2-40B4-BE49-F238E27FC236}">
                <a16:creationId xmlns:a16="http://schemas.microsoft.com/office/drawing/2014/main" id="{FE42F572-7CE5-43A5-8EC2-96F9523841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9283" y="3403459"/>
            <a:ext cx="1440000" cy="1440000"/>
          </a:xfrm>
          <a:prstGeom prst="rect">
            <a:avLst/>
          </a:prstGeom>
        </p:spPr>
      </p:pic>
      <p:pic>
        <p:nvPicPr>
          <p:cNvPr id="12" name="図 11" descr="白いシャツを着ている女性の白黒写真&#10;&#10;中程度の精度で自動的に生成された説明">
            <a:extLst>
              <a:ext uri="{FF2B5EF4-FFF2-40B4-BE49-F238E27FC236}">
                <a16:creationId xmlns:a16="http://schemas.microsoft.com/office/drawing/2014/main" id="{72399C99-BE4E-493A-B355-84C01C2874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23700" y="4972863"/>
            <a:ext cx="1440000" cy="1440000"/>
          </a:xfrm>
          <a:prstGeom prst="rect">
            <a:avLst/>
          </a:prstGeom>
        </p:spPr>
      </p:pic>
      <p:pic>
        <p:nvPicPr>
          <p:cNvPr id="13" name="図 12" descr="雪の上を飛ぶ飛行機の白黒写真&#10;&#10;自動的に生成された説明">
            <a:extLst>
              <a:ext uri="{FF2B5EF4-FFF2-40B4-BE49-F238E27FC236}">
                <a16:creationId xmlns:a16="http://schemas.microsoft.com/office/drawing/2014/main" id="{5B602A23-0860-4827-AFC7-0A24862371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83" y="4972863"/>
            <a:ext cx="1440000" cy="1440000"/>
          </a:xfrm>
          <a:prstGeom prst="rect">
            <a:avLst/>
          </a:prstGeom>
        </p:spPr>
      </p:pic>
      <p:pic>
        <p:nvPicPr>
          <p:cNvPr id="14" name="図 13" descr="縞のシャツを着ている女性の白黒写真&#10;&#10;自動的に生成された説明">
            <a:extLst>
              <a:ext uri="{FF2B5EF4-FFF2-40B4-BE49-F238E27FC236}">
                <a16:creationId xmlns:a16="http://schemas.microsoft.com/office/drawing/2014/main" id="{2151ECF1-80A0-4715-BB3B-8DC2BE4011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70924" y="4972863"/>
            <a:ext cx="1440000" cy="1440000"/>
          </a:xfrm>
          <a:prstGeom prst="rect">
            <a:avLst/>
          </a:prstGeom>
        </p:spPr>
      </p:pic>
      <p:sp>
        <p:nvSpPr>
          <p:cNvPr id="15" name="テキスト ボックス 14">
            <a:extLst>
              <a:ext uri="{FF2B5EF4-FFF2-40B4-BE49-F238E27FC236}">
                <a16:creationId xmlns:a16="http://schemas.microsoft.com/office/drawing/2014/main" id="{766AB21A-2686-452E-9076-134FE649B815}"/>
              </a:ext>
            </a:extLst>
          </p:cNvPr>
          <p:cNvSpPr txBox="1"/>
          <p:nvPr/>
        </p:nvSpPr>
        <p:spPr>
          <a:xfrm>
            <a:off x="3103249" y="2169334"/>
            <a:ext cx="833718" cy="769441"/>
          </a:xfrm>
          <a:prstGeom prst="rect">
            <a:avLst/>
          </a:prstGeom>
          <a:noFill/>
        </p:spPr>
        <p:txBody>
          <a:bodyPr wrap="square" rtlCol="0">
            <a:spAutoFit/>
          </a:bodyPr>
          <a:lstStyle/>
          <a:p>
            <a:r>
              <a:rPr kumimoji="1" lang="ja-JP" altLang="en-US" sz="4400" dirty="0">
                <a:ln>
                  <a:solidFill>
                    <a:sysClr val="windowText" lastClr="000000"/>
                  </a:solidFill>
                </a:ln>
                <a:solidFill>
                  <a:schemeClr val="accent6">
                    <a:lumMod val="60000"/>
                    <a:lumOff val="40000"/>
                  </a:schemeClr>
                </a:solidFill>
              </a:rPr>
              <a:t>＋</a:t>
            </a:r>
          </a:p>
        </p:txBody>
      </p:sp>
      <p:sp>
        <p:nvSpPr>
          <p:cNvPr id="16" name="矢印: 右 15">
            <a:extLst>
              <a:ext uri="{FF2B5EF4-FFF2-40B4-BE49-F238E27FC236}">
                <a16:creationId xmlns:a16="http://schemas.microsoft.com/office/drawing/2014/main" id="{41F09ED5-9587-4BD9-9D76-A194F96FECCE}"/>
              </a:ext>
            </a:extLst>
          </p:cNvPr>
          <p:cNvSpPr/>
          <p:nvPr/>
        </p:nvSpPr>
        <p:spPr bwMode="auto">
          <a:xfrm>
            <a:off x="5388398" y="2364820"/>
            <a:ext cx="514351" cy="378467"/>
          </a:xfrm>
          <a:prstGeom prst="rightArrow">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17" name="テキスト ボックス 16">
            <a:extLst>
              <a:ext uri="{FF2B5EF4-FFF2-40B4-BE49-F238E27FC236}">
                <a16:creationId xmlns:a16="http://schemas.microsoft.com/office/drawing/2014/main" id="{673D4B9F-4A35-4C11-A51E-F3886F0641FA}"/>
              </a:ext>
            </a:extLst>
          </p:cNvPr>
          <p:cNvSpPr txBox="1"/>
          <p:nvPr/>
        </p:nvSpPr>
        <p:spPr>
          <a:xfrm>
            <a:off x="3118274" y="3712616"/>
            <a:ext cx="833718" cy="769441"/>
          </a:xfrm>
          <a:prstGeom prst="rect">
            <a:avLst/>
          </a:prstGeom>
          <a:noFill/>
        </p:spPr>
        <p:txBody>
          <a:bodyPr wrap="square" rtlCol="0">
            <a:spAutoFit/>
          </a:bodyPr>
          <a:lstStyle/>
          <a:p>
            <a:r>
              <a:rPr kumimoji="1" lang="ja-JP" altLang="en-US" sz="4400" dirty="0">
                <a:ln>
                  <a:solidFill>
                    <a:sysClr val="windowText" lastClr="000000"/>
                  </a:solidFill>
                </a:ln>
                <a:solidFill>
                  <a:schemeClr val="accent6">
                    <a:lumMod val="60000"/>
                    <a:lumOff val="40000"/>
                  </a:schemeClr>
                </a:solidFill>
              </a:rPr>
              <a:t>＋</a:t>
            </a:r>
          </a:p>
        </p:txBody>
      </p:sp>
      <p:sp>
        <p:nvSpPr>
          <p:cNvPr id="18" name="テキスト ボックス 17">
            <a:extLst>
              <a:ext uri="{FF2B5EF4-FFF2-40B4-BE49-F238E27FC236}">
                <a16:creationId xmlns:a16="http://schemas.microsoft.com/office/drawing/2014/main" id="{3147EA24-B290-4530-A573-CDA51FF7F006}"/>
              </a:ext>
            </a:extLst>
          </p:cNvPr>
          <p:cNvSpPr txBox="1"/>
          <p:nvPr/>
        </p:nvSpPr>
        <p:spPr>
          <a:xfrm>
            <a:off x="3103249" y="5327142"/>
            <a:ext cx="833718" cy="769441"/>
          </a:xfrm>
          <a:prstGeom prst="rect">
            <a:avLst/>
          </a:prstGeom>
          <a:noFill/>
        </p:spPr>
        <p:txBody>
          <a:bodyPr wrap="square" rtlCol="0">
            <a:spAutoFit/>
          </a:bodyPr>
          <a:lstStyle/>
          <a:p>
            <a:r>
              <a:rPr kumimoji="1" lang="ja-JP" altLang="en-US" sz="4400" dirty="0">
                <a:ln>
                  <a:solidFill>
                    <a:sysClr val="windowText" lastClr="000000"/>
                  </a:solidFill>
                </a:ln>
                <a:solidFill>
                  <a:schemeClr val="accent6">
                    <a:lumMod val="60000"/>
                    <a:lumOff val="40000"/>
                  </a:schemeClr>
                </a:solidFill>
              </a:rPr>
              <a:t>＋</a:t>
            </a:r>
          </a:p>
        </p:txBody>
      </p:sp>
      <p:sp>
        <p:nvSpPr>
          <p:cNvPr id="19" name="矢印: 右 18">
            <a:extLst>
              <a:ext uri="{FF2B5EF4-FFF2-40B4-BE49-F238E27FC236}">
                <a16:creationId xmlns:a16="http://schemas.microsoft.com/office/drawing/2014/main" id="{C879060F-4FCA-41AE-B91C-E6D93E49DDE0}"/>
              </a:ext>
            </a:extLst>
          </p:cNvPr>
          <p:cNvSpPr/>
          <p:nvPr/>
        </p:nvSpPr>
        <p:spPr bwMode="auto">
          <a:xfrm>
            <a:off x="5388397" y="3934225"/>
            <a:ext cx="514351" cy="378467"/>
          </a:xfrm>
          <a:prstGeom prst="rightArrow">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20" name="矢印: 右 19">
            <a:extLst>
              <a:ext uri="{FF2B5EF4-FFF2-40B4-BE49-F238E27FC236}">
                <a16:creationId xmlns:a16="http://schemas.microsoft.com/office/drawing/2014/main" id="{173078C3-1C8E-49E9-9A43-E79A64D5536F}"/>
              </a:ext>
            </a:extLst>
          </p:cNvPr>
          <p:cNvSpPr/>
          <p:nvPr/>
        </p:nvSpPr>
        <p:spPr bwMode="auto">
          <a:xfrm>
            <a:off x="5396970" y="5522628"/>
            <a:ext cx="514351" cy="378467"/>
          </a:xfrm>
          <a:prstGeom prst="rightArrow">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1" i="0" u="none" strike="noStrike" cap="none" normalizeH="0" baseline="0">
              <a:ln>
                <a:noFill/>
              </a:ln>
              <a:solidFill>
                <a:schemeClr val="tx1"/>
              </a:solidFill>
              <a:effectLst/>
              <a:latin typeface="Arial" charset="0"/>
              <a:ea typeface="ＭＳ Ｐゴシック" pitchFamily="50" charset="-128"/>
            </a:endParaRPr>
          </a:p>
        </p:txBody>
      </p:sp>
      <p:sp>
        <p:nvSpPr>
          <p:cNvPr id="21" name="テキスト ボックス 20">
            <a:extLst>
              <a:ext uri="{FF2B5EF4-FFF2-40B4-BE49-F238E27FC236}">
                <a16:creationId xmlns:a16="http://schemas.microsoft.com/office/drawing/2014/main" id="{7BC36771-FDE8-401D-84BD-06685DD13FE1}"/>
              </a:ext>
            </a:extLst>
          </p:cNvPr>
          <p:cNvSpPr txBox="1"/>
          <p:nvPr/>
        </p:nvSpPr>
        <p:spPr>
          <a:xfrm>
            <a:off x="3783081" y="1374328"/>
            <a:ext cx="1615687" cy="369332"/>
          </a:xfrm>
          <a:prstGeom prst="rect">
            <a:avLst/>
          </a:prstGeom>
          <a:noFill/>
        </p:spPr>
        <p:txBody>
          <a:bodyPr wrap="square" rtlCol="0">
            <a:spAutoFit/>
          </a:bodyPr>
          <a:lstStyle/>
          <a:p>
            <a:pPr algn="ctr"/>
            <a:r>
              <a:rPr kumimoji="1" lang="ja-JP" altLang="en-US" b="0" dirty="0">
                <a:latin typeface="メイリオ" panose="020B0604030504040204" pitchFamily="50" charset="-128"/>
                <a:ea typeface="メイリオ" panose="020B0604030504040204" pitchFamily="50" charset="-128"/>
              </a:rPr>
              <a:t>参考画像</a:t>
            </a:r>
          </a:p>
        </p:txBody>
      </p:sp>
      <p:sp>
        <p:nvSpPr>
          <p:cNvPr id="22" name="テキスト ボックス 21">
            <a:extLst>
              <a:ext uri="{FF2B5EF4-FFF2-40B4-BE49-F238E27FC236}">
                <a16:creationId xmlns:a16="http://schemas.microsoft.com/office/drawing/2014/main" id="{A8604263-53D1-4A42-B25C-62A10D29404F}"/>
              </a:ext>
            </a:extLst>
          </p:cNvPr>
          <p:cNvSpPr txBox="1"/>
          <p:nvPr/>
        </p:nvSpPr>
        <p:spPr>
          <a:xfrm>
            <a:off x="2005006" y="1374328"/>
            <a:ext cx="888555"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元画像</a:t>
            </a:r>
          </a:p>
        </p:txBody>
      </p:sp>
      <p:sp>
        <p:nvSpPr>
          <p:cNvPr id="23" name="テキスト ボックス 22">
            <a:extLst>
              <a:ext uri="{FF2B5EF4-FFF2-40B4-BE49-F238E27FC236}">
                <a16:creationId xmlns:a16="http://schemas.microsoft.com/office/drawing/2014/main" id="{ECC5DF96-0B1F-4F88-813A-93229A970346}"/>
              </a:ext>
            </a:extLst>
          </p:cNvPr>
          <p:cNvSpPr txBox="1"/>
          <p:nvPr/>
        </p:nvSpPr>
        <p:spPr>
          <a:xfrm>
            <a:off x="6161561" y="1374328"/>
            <a:ext cx="1164278" cy="369332"/>
          </a:xfrm>
          <a:prstGeom prst="rect">
            <a:avLst/>
          </a:prstGeom>
          <a:noFill/>
        </p:spPr>
        <p:txBody>
          <a:bodyPr wrap="square" rtlCol="0">
            <a:spAutoFit/>
          </a:bodyPr>
          <a:lstStyle/>
          <a:p>
            <a:r>
              <a:rPr kumimoji="1" lang="ja-JP" altLang="en-US" b="0" dirty="0">
                <a:latin typeface="メイリオ" panose="020B0604030504040204" pitchFamily="50" charset="-128"/>
                <a:ea typeface="メイリオ" panose="020B0604030504040204" pitchFamily="50" charset="-128"/>
              </a:rPr>
              <a:t>結果画像</a:t>
            </a:r>
          </a:p>
        </p:txBody>
      </p:sp>
    </p:spTree>
    <p:extLst>
      <p:ext uri="{BB962C8B-B14F-4D97-AF65-F5344CB8AC3E}">
        <p14:creationId xmlns:p14="http://schemas.microsoft.com/office/powerpoint/2010/main" val="164595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fade">
                                      <p:cBhvr>
                                        <p:cTn id="8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p:bldP spid="18" grpId="0"/>
      <p:bldP spid="19" grpId="0" animBg="1"/>
      <p:bldP spid="20" grpId="0" animBg="1"/>
      <p:bldP spid="21" grpId="0"/>
      <p:bldP spid="22"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F7C19DA4-8FA6-41A9-B6D2-71A4F53AB48D}"/>
              </a:ext>
            </a:extLst>
          </p:cNvPr>
          <p:cNvSpPr txBox="1">
            <a:spLocks noChangeArrowheads="1"/>
          </p:cNvSpPr>
          <p:nvPr/>
        </p:nvSpPr>
        <p:spPr bwMode="auto">
          <a:xfrm>
            <a:off x="1938633" y="2935213"/>
            <a:ext cx="5262979" cy="1107996"/>
          </a:xfrm>
          <a:prstGeom prst="rect">
            <a:avLst/>
          </a:prstGeom>
          <a:noFill/>
          <a:ln w="9525">
            <a:noFill/>
            <a:miter lim="800000"/>
            <a:headEnd/>
            <a:tailEnd/>
          </a:ln>
          <a:effectLst/>
        </p:spPr>
        <p:txBody>
          <a:bodyPr wrap="none">
            <a:spAutoFit/>
          </a:bodyPr>
          <a:lstStyle/>
          <a:p>
            <a:pPr lvl="0" algn="ctr">
              <a:defRPr/>
            </a:pPr>
            <a:r>
              <a:rPr lang="ja-JP" altLang="en-US" sz="3300" dirty="0">
                <a:latin typeface="メイリオ" panose="020B0604030504040204" pitchFamily="50" charset="-128"/>
                <a:ea typeface="メイリオ" panose="020B0604030504040204" pitchFamily="50" charset="-128"/>
              </a:rPr>
              <a:t>最後までお読みいただき</a:t>
            </a:r>
            <a:endParaRPr lang="en-US" altLang="ja-JP" sz="3300" dirty="0">
              <a:latin typeface="メイリオ" panose="020B0604030504040204" pitchFamily="50" charset="-128"/>
              <a:ea typeface="メイリオ" panose="020B0604030504040204" pitchFamily="50" charset="-128"/>
            </a:endParaRPr>
          </a:p>
          <a:p>
            <a:pPr lvl="0" algn="ctr">
              <a:defRPr/>
            </a:pPr>
            <a:r>
              <a:rPr lang="ja-JP" altLang="en-US" sz="3300" dirty="0">
                <a:latin typeface="メイリオ" panose="020B0604030504040204" pitchFamily="50" charset="-128"/>
                <a:ea typeface="メイリオ" panose="020B0604030504040204" pitchFamily="50" charset="-128"/>
              </a:rPr>
              <a:t>ありがとうございました。</a:t>
            </a:r>
            <a:endParaRPr kumimoji="0" lang="en-US" altLang="ja-JP" sz="330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33099044"/>
      </p:ext>
    </p:extLst>
  </p:cSld>
  <p:clrMapOvr>
    <a:masterClrMapping/>
  </p:clrMapOvr>
</p:sld>
</file>

<file path=ppt/theme/theme1.xml><?xml version="1.0" encoding="utf-8"?>
<a:theme xmlns:a="http://schemas.openxmlformats.org/drawingml/2006/main" name="1_Profile">
  <a:themeElements>
    <a:clrScheme name="青緑">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1_Profile">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ln w="19050">
          <a:headEnd type="none" w="med" len="med"/>
          <a:tailEnd type="triangle" w="med" len="med"/>
        </a:ln>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20360</TotalTime>
  <Words>406</Words>
  <Application>Microsoft Office PowerPoint</Application>
  <PresentationFormat>画面に合わせる (4:3)</PresentationFormat>
  <Paragraphs>154</Paragraphs>
  <Slides>8</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メイリオ</vt:lpstr>
      <vt:lpstr>Arial</vt:lpstr>
      <vt:lpstr>Trebuchet MS</vt:lpstr>
      <vt:lpstr>Verdana</vt:lpstr>
      <vt:lpstr>Wingdings</vt:lpstr>
      <vt:lpstr>1_Profile</vt:lpstr>
      <vt:lpstr>ヒストグラムを用いた画像変換</vt:lpstr>
      <vt:lpstr>全体の流れ</vt:lpstr>
      <vt:lpstr>結果画像の作成方法 1/4</vt:lpstr>
      <vt:lpstr>結果画像の作成方法 2/4</vt:lpstr>
      <vt:lpstr>結果画像の作成方法 3/4</vt:lpstr>
      <vt:lpstr>結果画像の作成方法 4/4</vt:lpstr>
      <vt:lpstr>プログラムの利点</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画像の濃度共起情報に基づく画像照合のための参照画素選択手法</dc:title>
  <dc:creator>hasimoto</dc:creator>
  <cp:lastModifiedBy>隼 愛甲</cp:lastModifiedBy>
  <cp:revision>3506</cp:revision>
  <cp:lastPrinted>2014-08-10T12:35:13Z</cp:lastPrinted>
  <dcterms:created xsi:type="dcterms:W3CDTF">2005-06-03T10:06:34Z</dcterms:created>
  <dcterms:modified xsi:type="dcterms:W3CDTF">2026-01-17T14:43:56Z</dcterms:modified>
</cp:coreProperties>
</file>